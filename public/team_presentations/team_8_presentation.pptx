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17"/>
    <p:sldId id="271" r:id="rId18"/>
    <p:sldId id="272" r:id="rId19"/>
    <p:sldId id="273" r:id="rId20"/>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91" d="100"/>
          <a:sy n="91" d="100"/>
        </p:scale>
        <p:origin x="341" y="5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tableStyles" Target="tableStyle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1" name=""/>
        <p:cNvGrpSpPr/>
        <p:nvPr/>
      </p:nvGrpSpPr>
      <p:grpSpPr>
        <a:xfrm>
          <a:off x="0" y="0"/>
          <a:ext cx="0" cy="0"/>
          <a:chOff x="0" y="0"/>
          <a:chExt cx="0" cy="0"/>
        </a:xfrm>
      </p:grpSpPr>
      <p:sp>
        <p:nvSpPr>
          <p:cNvPr id="104872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2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2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3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3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3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2" name=""/>
        <p:cNvGrpSpPr/>
        <p:nvPr/>
      </p:nvGrpSpPr>
      <p:grpSpPr>
        <a:xfrm>
          <a:off x="0" y="0"/>
          <a:ext cx="0" cy="0"/>
          <a:chOff x="0" y="0"/>
          <a:chExt cx="0" cy="0"/>
        </a:xfrm>
      </p:grpSpPr>
      <p:pic>
        <p:nvPicPr>
          <p:cNvPr id="2097160" name="Picture 6" descr="Droplets-HD-Title-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59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dirty="0" lang="en-US"/>
          </a:p>
        </p:txBody>
      </p:sp>
      <p:sp>
        <p:nvSpPr>
          <p:cNvPr id="1048593" name="Subtitle 2"/>
          <p:cNvSpPr>
            <a:spLocks noGrp="1"/>
          </p:cNvSpPr>
          <p:nvPr>
            <p:ph type="subTitle" idx="1"/>
          </p:nvPr>
        </p:nvSpPr>
        <p:spPr>
          <a:xfrm>
            <a:off x="1751012" y="3886200"/>
            <a:ext cx="8689976" cy="1371599"/>
          </a:xfrm>
        </p:spPr>
        <p:txBody>
          <a:bodyPr>
            <a:normAutofit/>
          </a:bodyPr>
          <a:lstStyle>
            <a:lvl1pPr algn="ctr" indent="0" marL="0">
              <a:buNone/>
              <a:defRPr sz="2200">
                <a:solidFill>
                  <a:schemeClr val="bg1">
                    <a:lumMod val="50000"/>
                  </a:schemeClr>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dirty="0" lang="en-US"/>
          </a:p>
        </p:txBody>
      </p:sp>
      <p:sp>
        <p:nvSpPr>
          <p:cNvPr id="1048594" name="Date Placeholder 3"/>
          <p:cNvSpPr>
            <a:spLocks noGrp="1"/>
          </p:cNvSpPr>
          <p:nvPr>
            <p:ph type="dt" sz="half" idx="10"/>
          </p:nvPr>
        </p:nvSpPr>
        <p:spPr/>
        <p:txBody>
          <a:bodyPr/>
          <a:p>
            <a:fld id="{48A87A34-81AB-432B-8DAE-1953F412C126}" type="datetimeFigureOut">
              <a:rPr dirty="0" lang="en-US"/>
              <a:t>5/8/2025</a:t>
            </a:fld>
            <a:endParaRPr dirty="0" lang="en-US"/>
          </a:p>
        </p:txBody>
      </p:sp>
      <p:sp>
        <p:nvSpPr>
          <p:cNvPr id="1048595" name="Footer Placeholder 4"/>
          <p:cNvSpPr>
            <a:spLocks noGrp="1"/>
          </p:cNvSpPr>
          <p:nvPr>
            <p:ph type="ftr" sz="quarter" idx="11"/>
          </p:nvPr>
        </p:nvSpPr>
        <p:spPr/>
        <p:txBody>
          <a:bodyPr/>
          <a:p>
            <a:endParaRPr dirty="0" lang="en-US"/>
          </a:p>
        </p:txBody>
      </p:sp>
      <p:sp>
        <p:nvSpPr>
          <p:cNvPr id="1048596"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7" name=""/>
        <p:cNvGrpSpPr/>
        <p:nvPr/>
      </p:nvGrpSpPr>
      <p:grpSpPr>
        <a:xfrm>
          <a:off x="0" y="0"/>
          <a:ext cx="0" cy="0"/>
          <a:chOff x="0" y="0"/>
          <a:chExt cx="0" cy="0"/>
        </a:xfrm>
      </p:grpSpPr>
      <p:pic>
        <p:nvPicPr>
          <p:cNvPr id="2097153" name="Picture 2"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581" name="Title 1"/>
          <p:cNvSpPr>
            <a:spLocks noGrp="1"/>
          </p:cNvSpPr>
          <p:nvPr>
            <p:ph type="title"/>
          </p:nvPr>
        </p:nvSpPr>
        <p:spPr/>
        <p:txBody>
          <a:bodyPr/>
          <a:p>
            <a:r>
              <a:rPr lang="en-US"/>
              <a:t>Click to edit Master title style</a:t>
            </a:r>
            <a:endParaRPr dirty="0" lang="en-US"/>
          </a:p>
        </p:txBody>
      </p:sp>
      <p:sp>
        <p:nvSpPr>
          <p:cNvPr id="1048582" name="Content Placeholder 2"/>
          <p:cNvSpPr>
            <a:spLocks noGrp="1"/>
          </p:cNvSpPr>
          <p:nvPr>
            <p:ph sz="quarter" idx="13"/>
          </p:nvPr>
        </p:nvSpPr>
        <p:spPr>
          <a:xfrm>
            <a:off x="913774" y="2367092"/>
            <a:ext cx="10363826" cy="342410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83" name="Date Placeholder 3"/>
          <p:cNvSpPr>
            <a:spLocks noGrp="1"/>
          </p:cNvSpPr>
          <p:nvPr>
            <p:ph type="dt" sz="half" idx="10"/>
          </p:nvPr>
        </p:nvSpPr>
        <p:spPr/>
        <p:txBody>
          <a:bodyPr/>
          <a:p>
            <a:fld id="{48A87A34-81AB-432B-8DAE-1953F412C126}" type="datetimeFigureOut">
              <a:rPr dirty="0" lang="en-US"/>
              <a:t>5/8/2025</a:t>
            </a:fld>
            <a:endParaRPr dirty="0" lang="en-US"/>
          </a:p>
        </p:txBody>
      </p:sp>
      <p:sp>
        <p:nvSpPr>
          <p:cNvPr id="1048584" name="Footer Placeholder 4"/>
          <p:cNvSpPr>
            <a:spLocks noGrp="1"/>
          </p:cNvSpPr>
          <p:nvPr>
            <p:ph type="ftr" sz="quarter" idx="11"/>
          </p:nvPr>
        </p:nvSpPr>
        <p:spPr/>
        <p:txBody>
          <a:bodyPr/>
          <a:p>
            <a:endParaRPr dirty="0" lang="en-US"/>
          </a:p>
        </p:txBody>
      </p:sp>
      <p:sp>
        <p:nvSpPr>
          <p:cNvPr id="1048585"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2" name=""/>
        <p:cNvGrpSpPr/>
        <p:nvPr/>
      </p:nvGrpSpPr>
      <p:grpSpPr>
        <a:xfrm>
          <a:off x="0" y="0"/>
          <a:ext cx="0" cy="0"/>
          <a:chOff x="0" y="0"/>
          <a:chExt cx="0" cy="0"/>
        </a:xfrm>
      </p:grpSpPr>
      <p:pic>
        <p:nvPicPr>
          <p:cNvPr id="2097189" name="Picture 8"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75"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dirty="0" lang="en-US"/>
          </a:p>
        </p:txBody>
      </p:sp>
      <p:sp>
        <p:nvSpPr>
          <p:cNvPr id="1048676" name="Text Placeholder 2"/>
          <p:cNvSpPr>
            <a:spLocks noGrp="1"/>
          </p:cNvSpPr>
          <p:nvPr>
            <p:ph type="body" idx="1"/>
          </p:nvPr>
        </p:nvSpPr>
        <p:spPr>
          <a:xfrm>
            <a:off x="913774" y="3657457"/>
            <a:ext cx="10351752" cy="1368183"/>
          </a:xfrm>
        </p:spPr>
        <p:txBody>
          <a:bodyPr>
            <a:normAutofit/>
          </a:bodyPr>
          <a:lstStyle>
            <a:lvl1pPr algn="ctr" indent="0" marL="0">
              <a:buNone/>
              <a:defRPr sz="2000">
                <a:solidFill>
                  <a:schemeClr val="bg1">
                    <a:lumMod val="50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77" name="Date Placeholder 3"/>
          <p:cNvSpPr>
            <a:spLocks noGrp="1"/>
          </p:cNvSpPr>
          <p:nvPr>
            <p:ph type="dt" sz="half" idx="10"/>
          </p:nvPr>
        </p:nvSpPr>
        <p:spPr/>
        <p:txBody>
          <a:bodyPr/>
          <a:p>
            <a:fld id="{48A87A34-81AB-432B-8DAE-1953F412C126}" type="datetimeFigureOut">
              <a:rPr dirty="0" lang="en-US"/>
              <a:t>5/8/2025</a:t>
            </a:fld>
            <a:endParaRPr dirty="0" lang="en-US"/>
          </a:p>
        </p:txBody>
      </p:sp>
      <p:sp>
        <p:nvSpPr>
          <p:cNvPr id="1048678" name="Footer Placeholder 4"/>
          <p:cNvSpPr>
            <a:spLocks noGrp="1"/>
          </p:cNvSpPr>
          <p:nvPr>
            <p:ph type="ftr" sz="quarter" idx="11"/>
          </p:nvPr>
        </p:nvSpPr>
        <p:spPr/>
        <p:txBody>
          <a:bodyPr/>
          <a:p>
            <a:endParaRPr dirty="0" lang="en-US"/>
          </a:p>
        </p:txBody>
      </p:sp>
      <p:sp>
        <p:nvSpPr>
          <p:cNvPr id="1048679"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8" name=""/>
        <p:cNvGrpSpPr/>
        <p:nvPr/>
      </p:nvGrpSpPr>
      <p:grpSpPr>
        <a:xfrm>
          <a:off x="0" y="0"/>
          <a:ext cx="0" cy="0"/>
          <a:chOff x="0" y="0"/>
          <a:chExt cx="0" cy="0"/>
        </a:xfrm>
      </p:grpSpPr>
      <p:pic>
        <p:nvPicPr>
          <p:cNvPr id="2097195" name="Picture 9"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710" name="Title 1"/>
          <p:cNvSpPr>
            <a:spLocks noGrp="1"/>
          </p:cNvSpPr>
          <p:nvPr>
            <p:ph type="title"/>
          </p:nvPr>
        </p:nvSpPr>
        <p:spPr>
          <a:xfrm>
            <a:off x="913775" y="618517"/>
            <a:ext cx="10364451" cy="1596177"/>
          </a:xfrm>
        </p:spPr>
        <p:txBody>
          <a:bodyPr/>
          <a:p>
            <a:r>
              <a:rPr lang="en-US"/>
              <a:t>Click to edit Master title style</a:t>
            </a:r>
            <a:endParaRPr dirty="0" lang="en-US"/>
          </a:p>
        </p:txBody>
      </p:sp>
      <p:sp>
        <p:nvSpPr>
          <p:cNvPr id="1048711" name="Content Placeholder 2"/>
          <p:cNvSpPr>
            <a:spLocks noGrp="1"/>
          </p:cNvSpPr>
          <p:nvPr>
            <p:ph sz="quarter" idx="13"/>
          </p:nvPr>
        </p:nvSpPr>
        <p:spPr>
          <a:xfrm>
            <a:off x="913774" y="2367092"/>
            <a:ext cx="5106026" cy="342410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12" name="Content Placeholder 3"/>
          <p:cNvSpPr>
            <a:spLocks noGrp="1"/>
          </p:cNvSpPr>
          <p:nvPr>
            <p:ph sz="quarter" idx="14"/>
          </p:nvPr>
        </p:nvSpPr>
        <p:spPr>
          <a:xfrm>
            <a:off x="6172200" y="2367092"/>
            <a:ext cx="5105400" cy="342410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13"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714" name="Footer Placeholder 5"/>
          <p:cNvSpPr>
            <a:spLocks noGrp="1"/>
          </p:cNvSpPr>
          <p:nvPr>
            <p:ph type="ftr" sz="quarter" idx="11"/>
          </p:nvPr>
        </p:nvSpPr>
        <p:spPr/>
        <p:txBody>
          <a:bodyPr/>
          <a:p>
            <a:endParaRPr dirty="0" lang="en-US"/>
          </a:p>
        </p:txBody>
      </p:sp>
      <p:sp>
        <p:nvSpPr>
          <p:cNvPr id="1048715"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3" name=""/>
        <p:cNvGrpSpPr/>
        <p:nvPr/>
      </p:nvGrpSpPr>
      <p:grpSpPr>
        <a:xfrm>
          <a:off x="0" y="0"/>
          <a:ext cx="0" cy="0"/>
          <a:chOff x="0" y="0"/>
          <a:chExt cx="0" cy="0"/>
        </a:xfrm>
      </p:grpSpPr>
      <p:pic>
        <p:nvPicPr>
          <p:cNvPr id="2097190" name="Picture 14"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80" name="Title 1"/>
          <p:cNvSpPr>
            <a:spLocks noGrp="1"/>
          </p:cNvSpPr>
          <p:nvPr>
            <p:ph type="title"/>
          </p:nvPr>
        </p:nvSpPr>
        <p:spPr>
          <a:xfrm>
            <a:off x="913775" y="618517"/>
            <a:ext cx="10364451" cy="1596177"/>
          </a:xfrm>
        </p:spPr>
        <p:txBody>
          <a:bodyPr/>
          <a:p>
            <a:r>
              <a:rPr lang="en-US"/>
              <a:t>Click to edit Master title style</a:t>
            </a:r>
            <a:endParaRPr dirty="0" lang="en-US"/>
          </a:p>
        </p:txBody>
      </p:sp>
      <p:sp>
        <p:nvSpPr>
          <p:cNvPr id="1048681" name="Text Placeholder 2"/>
          <p:cNvSpPr>
            <a:spLocks noGrp="1"/>
          </p:cNvSpPr>
          <p:nvPr>
            <p:ph type="body" idx="1"/>
          </p:nvPr>
        </p:nvSpPr>
        <p:spPr>
          <a:xfrm>
            <a:off x="1146328" y="2371018"/>
            <a:ext cx="4873474" cy="679994"/>
          </a:xfrm>
        </p:spPr>
        <p:txBody>
          <a:bodyPr anchor="b">
            <a:noAutofit/>
          </a:bodyPr>
          <a:lstStyle>
            <a:lvl1pPr indent="0" marL="0">
              <a:lnSpc>
                <a:spcPct val="85000"/>
              </a:lnSpc>
              <a:buNone/>
              <a:defRPr b="0" sz="26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2" name="Content Placeholder 3"/>
          <p:cNvSpPr>
            <a:spLocks noGrp="1"/>
          </p:cNvSpPr>
          <p:nvPr>
            <p:ph sz="quarter" idx="13"/>
          </p:nvPr>
        </p:nvSpPr>
        <p:spPr>
          <a:xfrm>
            <a:off x="913774" y="3051012"/>
            <a:ext cx="5106027" cy="274018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3" name="Text Placeholder 4"/>
          <p:cNvSpPr>
            <a:spLocks noGrp="1"/>
          </p:cNvSpPr>
          <p:nvPr>
            <p:ph type="body" sz="quarter" idx="3"/>
          </p:nvPr>
        </p:nvSpPr>
        <p:spPr>
          <a:xfrm>
            <a:off x="6396423" y="2371018"/>
            <a:ext cx="4881804" cy="679994"/>
          </a:xfrm>
        </p:spPr>
        <p:txBody>
          <a:bodyPr anchor="b">
            <a:noAutofit/>
          </a:bodyPr>
          <a:lstStyle>
            <a:lvl1pPr indent="0" marL="0">
              <a:lnSpc>
                <a:spcPct val="85000"/>
              </a:lnSpc>
              <a:buNone/>
              <a:defRPr b="0" sz="26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4" name="Content Placeholder 5"/>
          <p:cNvSpPr>
            <a:spLocks noGrp="1"/>
          </p:cNvSpPr>
          <p:nvPr>
            <p:ph sz="quarter" idx="14"/>
          </p:nvPr>
        </p:nvSpPr>
        <p:spPr>
          <a:xfrm>
            <a:off x="6172200" y="3051012"/>
            <a:ext cx="5105401" cy="274018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5" name="Date Placeholder 6"/>
          <p:cNvSpPr>
            <a:spLocks noGrp="1"/>
          </p:cNvSpPr>
          <p:nvPr>
            <p:ph type="dt" sz="half" idx="10"/>
          </p:nvPr>
        </p:nvSpPr>
        <p:spPr/>
        <p:txBody>
          <a:bodyPr/>
          <a:p>
            <a:fld id="{48A87A34-81AB-432B-8DAE-1953F412C126}" type="datetimeFigureOut">
              <a:rPr dirty="0" lang="en-US"/>
              <a:t>5/8/2025</a:t>
            </a:fld>
            <a:endParaRPr dirty="0" lang="en-US"/>
          </a:p>
        </p:txBody>
      </p:sp>
      <p:sp>
        <p:nvSpPr>
          <p:cNvPr id="1048686" name="Footer Placeholder 7"/>
          <p:cNvSpPr>
            <a:spLocks noGrp="1"/>
          </p:cNvSpPr>
          <p:nvPr>
            <p:ph type="ftr" sz="quarter" idx="11"/>
          </p:nvPr>
        </p:nvSpPr>
        <p:spPr/>
        <p:txBody>
          <a:bodyPr/>
          <a:p>
            <a:endParaRPr dirty="0" lang="en-US"/>
          </a:p>
        </p:txBody>
      </p:sp>
      <p:sp>
        <p:nvSpPr>
          <p:cNvPr id="1048687" name="Slide Number Placeholder 8"/>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7" name=""/>
        <p:cNvGrpSpPr/>
        <p:nvPr/>
      </p:nvGrpSpPr>
      <p:grpSpPr>
        <a:xfrm>
          <a:off x="0" y="0"/>
          <a:ext cx="0" cy="0"/>
          <a:chOff x="0" y="0"/>
          <a:chExt cx="0" cy="0"/>
        </a:xfrm>
      </p:grpSpPr>
      <p:pic>
        <p:nvPicPr>
          <p:cNvPr id="2097184" name="Picture 7"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42" name="Title 1"/>
          <p:cNvSpPr>
            <a:spLocks noGrp="1"/>
          </p:cNvSpPr>
          <p:nvPr>
            <p:ph type="title"/>
          </p:nvPr>
        </p:nvSpPr>
        <p:spPr/>
        <p:txBody>
          <a:bodyPr/>
          <a:p>
            <a:r>
              <a:rPr lang="en-US"/>
              <a:t>Click to edit Master title style</a:t>
            </a:r>
            <a:endParaRPr dirty="0" lang="en-US"/>
          </a:p>
        </p:txBody>
      </p:sp>
      <p:sp>
        <p:nvSpPr>
          <p:cNvPr id="1048643" name="Date Placeholder 2"/>
          <p:cNvSpPr>
            <a:spLocks noGrp="1"/>
          </p:cNvSpPr>
          <p:nvPr>
            <p:ph type="dt" sz="half" idx="10"/>
          </p:nvPr>
        </p:nvSpPr>
        <p:spPr/>
        <p:txBody>
          <a:bodyPr/>
          <a:p>
            <a:fld id="{48A87A34-81AB-432B-8DAE-1953F412C126}" type="datetimeFigureOut">
              <a:rPr dirty="0" lang="en-US"/>
              <a:t>5/8/2025</a:t>
            </a:fld>
            <a:endParaRPr dirty="0" lang="en-US"/>
          </a:p>
        </p:txBody>
      </p:sp>
      <p:sp>
        <p:nvSpPr>
          <p:cNvPr id="1048644" name="Footer Placeholder 3"/>
          <p:cNvSpPr>
            <a:spLocks noGrp="1"/>
          </p:cNvSpPr>
          <p:nvPr>
            <p:ph type="ftr" sz="quarter" idx="11"/>
          </p:nvPr>
        </p:nvSpPr>
        <p:spPr/>
        <p:txBody>
          <a:bodyPr/>
          <a:p>
            <a:endParaRPr dirty="0" lang="en-US"/>
          </a:p>
        </p:txBody>
      </p:sp>
      <p:sp>
        <p:nvSpPr>
          <p:cNvPr id="1048645"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4" name=""/>
        <p:cNvGrpSpPr/>
        <p:nvPr/>
      </p:nvGrpSpPr>
      <p:grpSpPr>
        <a:xfrm>
          <a:off x="0" y="0"/>
          <a:ext cx="0" cy="0"/>
          <a:chOff x="0" y="0"/>
          <a:chExt cx="0" cy="0"/>
        </a:xfrm>
      </p:grpSpPr>
      <p:pic>
        <p:nvPicPr>
          <p:cNvPr id="2097191" name="Picture 6"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88" name="Date Placeholder 1"/>
          <p:cNvSpPr>
            <a:spLocks noGrp="1"/>
          </p:cNvSpPr>
          <p:nvPr>
            <p:ph type="dt" sz="half" idx="10"/>
          </p:nvPr>
        </p:nvSpPr>
        <p:spPr/>
        <p:txBody>
          <a:bodyPr/>
          <a:p>
            <a:fld id="{48A87A34-81AB-432B-8DAE-1953F412C126}" type="datetimeFigureOut">
              <a:rPr dirty="0" lang="en-US"/>
              <a:t>5/8/2025</a:t>
            </a:fld>
            <a:endParaRPr dirty="0" lang="en-US"/>
          </a:p>
        </p:txBody>
      </p:sp>
      <p:sp>
        <p:nvSpPr>
          <p:cNvPr id="1048689" name="Footer Placeholder 2"/>
          <p:cNvSpPr>
            <a:spLocks noGrp="1"/>
          </p:cNvSpPr>
          <p:nvPr>
            <p:ph type="ftr" sz="quarter" idx="11"/>
          </p:nvPr>
        </p:nvSpPr>
        <p:spPr/>
        <p:txBody>
          <a:bodyPr/>
          <a:p>
            <a:endParaRPr dirty="0" lang="en-US"/>
          </a:p>
        </p:txBody>
      </p:sp>
      <p:sp>
        <p:nvSpPr>
          <p:cNvPr id="1048690" name="Slide Number Placeholder 3"/>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9" name=""/>
        <p:cNvGrpSpPr/>
        <p:nvPr/>
      </p:nvGrpSpPr>
      <p:grpSpPr>
        <a:xfrm>
          <a:off x="0" y="0"/>
          <a:ext cx="0" cy="0"/>
          <a:chOff x="0" y="0"/>
          <a:chExt cx="0" cy="0"/>
        </a:xfrm>
      </p:grpSpPr>
      <p:pic>
        <p:nvPicPr>
          <p:cNvPr id="2097196" name="Picture 10"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716"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dirty="0" lang="en-US"/>
          </a:p>
        </p:txBody>
      </p:sp>
      <p:sp>
        <p:nvSpPr>
          <p:cNvPr id="1048717" name="Content Placeholder 2"/>
          <p:cNvSpPr>
            <a:spLocks noGrp="1"/>
          </p:cNvSpPr>
          <p:nvPr>
            <p:ph sz="quarter" idx="13"/>
          </p:nvPr>
        </p:nvSpPr>
        <p:spPr>
          <a:xfrm>
            <a:off x="5078062" y="609600"/>
            <a:ext cx="6200163" cy="5181599"/>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18" name="Text Placeholder 3"/>
          <p:cNvSpPr>
            <a:spLocks noGrp="1"/>
          </p:cNvSpPr>
          <p:nvPr>
            <p:ph type="body" sz="half" idx="2"/>
          </p:nvPr>
        </p:nvSpPr>
        <p:spPr>
          <a:xfrm>
            <a:off x="913774" y="2632852"/>
            <a:ext cx="3935689" cy="3158348"/>
          </a:xfrm>
        </p:spPr>
        <p:txBody>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19"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720" name="Footer Placeholder 5"/>
          <p:cNvSpPr>
            <a:spLocks noGrp="1"/>
          </p:cNvSpPr>
          <p:nvPr>
            <p:ph type="ftr" sz="quarter" idx="11"/>
          </p:nvPr>
        </p:nvSpPr>
        <p:spPr/>
        <p:txBody>
          <a:bodyPr/>
          <a:p>
            <a:endParaRPr dirty="0" lang="en-US"/>
          </a:p>
        </p:txBody>
      </p:sp>
      <p:sp>
        <p:nvSpPr>
          <p:cNvPr id="1048721"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0" name=""/>
        <p:cNvGrpSpPr/>
        <p:nvPr/>
      </p:nvGrpSpPr>
      <p:grpSpPr>
        <a:xfrm>
          <a:off x="0" y="0"/>
          <a:ext cx="0" cy="0"/>
          <a:chOff x="0" y="0"/>
          <a:chExt cx="0" cy="0"/>
        </a:xfrm>
      </p:grpSpPr>
      <p:pic>
        <p:nvPicPr>
          <p:cNvPr id="2097187" name="Picture 9"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56"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dirty="0" lang="en-US"/>
          </a:p>
        </p:txBody>
      </p:sp>
      <p:sp>
        <p:nvSpPr>
          <p:cNvPr id="1048657" name="Picture Placeholder 2"/>
          <p:cNvSpPr>
            <a:spLocks noChangeAspect="1" noGrp="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dir="t" rig="threePt">
              <a:rot lat="0" lon="0" rev="2700000"/>
            </a:lightRig>
          </a:scene3d>
          <a:sp3d contourW="6350">
            <a:bevelT h="38100"/>
            <a:contourClr>
              <a:srgbClr val="C0C0C0"/>
            </a:contourClr>
          </a:sp3d>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dirty="0" lang="en-US"/>
              <a:t>Click icon to add picture</a:t>
            </a:r>
          </a:p>
        </p:txBody>
      </p:sp>
      <p:sp>
        <p:nvSpPr>
          <p:cNvPr id="1048658" name="Text Placeholder 3"/>
          <p:cNvSpPr>
            <a:spLocks noGrp="1"/>
          </p:cNvSpPr>
          <p:nvPr>
            <p:ph type="body" sz="half" idx="2"/>
          </p:nvPr>
        </p:nvSpPr>
        <p:spPr>
          <a:xfrm>
            <a:off x="913794" y="2632852"/>
            <a:ext cx="5934949" cy="3158347"/>
          </a:xfrm>
        </p:spPr>
        <p:txBody>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660" name="Footer Placeholder 5"/>
          <p:cNvSpPr>
            <a:spLocks noGrp="1"/>
          </p:cNvSpPr>
          <p:nvPr>
            <p:ph type="ftr" sz="quarter" idx="11"/>
          </p:nvPr>
        </p:nvSpPr>
        <p:spPr/>
        <p:txBody>
          <a:bodyPr/>
          <a:p>
            <a:endParaRPr dirty="0" lang="en-US"/>
          </a:p>
        </p:txBody>
      </p:sp>
      <p:sp>
        <p:nvSpPr>
          <p:cNvPr id="1048661"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67" name=""/>
        <p:cNvGrpSpPr/>
        <p:nvPr/>
      </p:nvGrpSpPr>
      <p:grpSpPr>
        <a:xfrm>
          <a:off x="0" y="0"/>
          <a:ext cx="0" cy="0"/>
          <a:chOff x="0" y="0"/>
          <a:chExt cx="0" cy="0"/>
        </a:xfrm>
      </p:grpSpPr>
      <p:pic>
        <p:nvPicPr>
          <p:cNvPr id="2097194" name="Picture 9"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704"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dirty="0" lang="en-US"/>
          </a:p>
        </p:txBody>
      </p:sp>
      <p:sp>
        <p:nvSpPr>
          <p:cNvPr id="1048705" name="Picture Placeholder 2"/>
          <p:cNvSpPr>
            <a:spLocks noChangeAspect="1" noGrp="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dir="t" rig="threePt">
              <a:rot lat="0" lon="0" rev="2700000"/>
            </a:lightRig>
          </a:scene3d>
          <a:sp3d contourW="6350">
            <a:bevelT h="38100"/>
            <a:contourClr>
              <a:srgbClr val="C0C0C0"/>
            </a:contourClr>
          </a:sp3d>
        </p:spPr>
        <p:txBody>
          <a:bodyPr anchor="t"/>
          <a:lstStyle>
            <a:lvl1pPr algn="ct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dirty="0" lang="en-US"/>
              <a:t>Click icon to add picture</a:t>
            </a:r>
          </a:p>
        </p:txBody>
      </p:sp>
      <p:sp>
        <p:nvSpPr>
          <p:cNvPr id="1048706" name="Text Placeholder 3"/>
          <p:cNvSpPr>
            <a:spLocks noGrp="1"/>
          </p:cNvSpPr>
          <p:nvPr>
            <p:ph type="body" sz="half" idx="2"/>
          </p:nvPr>
        </p:nvSpPr>
        <p:spPr>
          <a:xfrm>
            <a:off x="913774" y="5108728"/>
            <a:ext cx="10364452" cy="682472"/>
          </a:xfrm>
        </p:spPr>
        <p:txBody>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07"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708" name="Footer Placeholder 5"/>
          <p:cNvSpPr>
            <a:spLocks noGrp="1"/>
          </p:cNvSpPr>
          <p:nvPr>
            <p:ph type="ftr" sz="quarter" idx="11"/>
          </p:nvPr>
        </p:nvSpPr>
        <p:spPr/>
        <p:txBody>
          <a:bodyPr/>
          <a:p>
            <a:endParaRPr dirty="0" lang="en-US"/>
          </a:p>
        </p:txBody>
      </p:sp>
      <p:sp>
        <p:nvSpPr>
          <p:cNvPr id="1048709"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59" name=""/>
        <p:cNvGrpSpPr/>
        <p:nvPr/>
      </p:nvGrpSpPr>
      <p:grpSpPr>
        <a:xfrm>
          <a:off x="0" y="0"/>
          <a:ext cx="0" cy="0"/>
          <a:chOff x="0" y="0"/>
          <a:chExt cx="0" cy="0"/>
        </a:xfrm>
      </p:grpSpPr>
      <p:pic>
        <p:nvPicPr>
          <p:cNvPr id="2097186" name="Picture 7"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51"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dirty="0" lang="en-US"/>
          </a:p>
        </p:txBody>
      </p:sp>
      <p:sp>
        <p:nvSpPr>
          <p:cNvPr id="1048652" name="Text Placeholder 3"/>
          <p:cNvSpPr>
            <a:spLocks noGrp="1"/>
          </p:cNvSpPr>
          <p:nvPr>
            <p:ph type="body" sz="half" idx="2"/>
          </p:nvPr>
        </p:nvSpPr>
        <p:spPr>
          <a:xfrm>
            <a:off x="913775" y="4204821"/>
            <a:ext cx="10364452" cy="1586380"/>
          </a:xfrm>
        </p:spPr>
        <p:txBody>
          <a:bodyPr anchor="ct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3"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654" name="Footer Placeholder 5"/>
          <p:cNvSpPr>
            <a:spLocks noGrp="1"/>
          </p:cNvSpPr>
          <p:nvPr>
            <p:ph type="ftr" sz="quarter" idx="11"/>
          </p:nvPr>
        </p:nvSpPr>
        <p:spPr/>
        <p:txBody>
          <a:bodyPr/>
          <a:p>
            <a:endParaRPr dirty="0" lang="en-US"/>
          </a:p>
        </p:txBody>
      </p:sp>
      <p:sp>
        <p:nvSpPr>
          <p:cNvPr id="1048655"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66" name=""/>
        <p:cNvGrpSpPr/>
        <p:nvPr/>
      </p:nvGrpSpPr>
      <p:grpSpPr>
        <a:xfrm>
          <a:off x="0" y="0"/>
          <a:ext cx="0" cy="0"/>
          <a:chOff x="0" y="0"/>
          <a:chExt cx="0" cy="0"/>
        </a:xfrm>
      </p:grpSpPr>
      <p:pic>
        <p:nvPicPr>
          <p:cNvPr id="2097193" name="Picture 10"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96"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dirty="0" lang="en-US"/>
          </a:p>
        </p:txBody>
      </p:sp>
      <p:sp>
        <p:nvSpPr>
          <p:cNvPr id="1048697" name="Text Placeholder 3"/>
          <p:cNvSpPr>
            <a:spLocks noGrp="1"/>
          </p:cNvSpPr>
          <p:nvPr>
            <p:ph type="body" sz="half" idx="13"/>
          </p:nvPr>
        </p:nvSpPr>
        <p:spPr>
          <a:xfrm>
            <a:off x="1720644" y="3610032"/>
            <a:ext cx="8752299" cy="594788"/>
          </a:xfrm>
        </p:spPr>
        <p:txBody>
          <a:bodyPr anchor="t">
            <a:normAutofit/>
          </a:bodyPr>
          <a:lstStyle>
            <a:lvl1pPr indent="0" marL="0">
              <a:buNone/>
              <a:defRPr sz="14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8" name="Text Placeholder 3"/>
          <p:cNvSpPr>
            <a:spLocks noGrp="1"/>
          </p:cNvSpPr>
          <p:nvPr>
            <p:ph type="body" sz="half" idx="2"/>
          </p:nvPr>
        </p:nvSpPr>
        <p:spPr>
          <a:xfrm>
            <a:off x="913774" y="4372796"/>
            <a:ext cx="10364452" cy="1421053"/>
          </a:xfrm>
        </p:spPr>
        <p:txBody>
          <a:bodyPr anchor="ctr">
            <a:normAutofit/>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9"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700" name="Footer Placeholder 5"/>
          <p:cNvSpPr>
            <a:spLocks noGrp="1"/>
          </p:cNvSpPr>
          <p:nvPr>
            <p:ph type="ftr" sz="quarter" idx="11"/>
          </p:nvPr>
        </p:nvSpPr>
        <p:spPr/>
        <p:txBody>
          <a:bodyPr/>
          <a:p>
            <a:endParaRPr dirty="0" lang="en-US"/>
          </a:p>
        </p:txBody>
      </p:sp>
      <p:sp>
        <p:nvSpPr>
          <p:cNvPr id="1048701" name="Slide Number Placeholder 6"/>
          <p:cNvSpPr>
            <a:spLocks noGrp="1"/>
          </p:cNvSpPr>
          <p:nvPr>
            <p:ph type="sldNum" sz="quarter" idx="12"/>
          </p:nvPr>
        </p:nvSpPr>
        <p:spPr/>
        <p:txBody>
          <a:bodyPr/>
          <a:p>
            <a:fld id="{6D22F896-40B5-4ADD-8801-0D06FADFA095}" type="slidenum">
              <a:rPr dirty="0" lang="en-US"/>
              <a:t>‹#›</a:t>
            </a:fld>
            <a:endParaRPr dirty="0" lang="en-US"/>
          </a:p>
        </p:txBody>
      </p:sp>
      <p:sp>
        <p:nvSpPr>
          <p:cNvPr id="1048702" name="TextBox 12"/>
          <p:cNvSpPr txBox="1"/>
          <p:nvPr/>
        </p:nvSpPr>
        <p:spPr>
          <a:xfrm>
            <a:off x="1001488" y="754166"/>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dirty="0" sz="8000" lang="en-US">
                <a:solidFill>
                  <a:schemeClr val="tx1"/>
                </a:solidFill>
                <a:effectLst/>
              </a:rPr>
              <a:t>“</a:t>
            </a:r>
          </a:p>
        </p:txBody>
      </p:sp>
      <p:sp>
        <p:nvSpPr>
          <p:cNvPr id="1048703" name="TextBox 13"/>
          <p:cNvSpPr txBox="1"/>
          <p:nvPr/>
        </p:nvSpPr>
        <p:spPr>
          <a:xfrm>
            <a:off x="10557558" y="2993578"/>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58" name=""/>
        <p:cNvGrpSpPr/>
        <p:nvPr/>
      </p:nvGrpSpPr>
      <p:grpSpPr>
        <a:xfrm>
          <a:off x="0" y="0"/>
          <a:ext cx="0" cy="0"/>
          <a:chOff x="0" y="0"/>
          <a:chExt cx="0" cy="0"/>
        </a:xfrm>
      </p:grpSpPr>
      <p:pic>
        <p:nvPicPr>
          <p:cNvPr id="2097185" name="Picture 7"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46"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dirty="0" lang="en-US"/>
          </a:p>
        </p:txBody>
      </p:sp>
      <p:sp>
        <p:nvSpPr>
          <p:cNvPr id="1048647" name="Text Placeholder 3"/>
          <p:cNvSpPr>
            <a:spLocks noGrp="1"/>
          </p:cNvSpPr>
          <p:nvPr>
            <p:ph type="body" sz="half" idx="2"/>
          </p:nvPr>
        </p:nvSpPr>
        <p:spPr>
          <a:xfrm>
            <a:off x="913775" y="4662335"/>
            <a:ext cx="10364452" cy="1140644"/>
          </a:xfrm>
        </p:spPr>
        <p:txBody>
          <a:bodyPr anchor="t"/>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48" name="Date Placeholder 4"/>
          <p:cNvSpPr>
            <a:spLocks noGrp="1"/>
          </p:cNvSpPr>
          <p:nvPr>
            <p:ph type="dt" sz="half" idx="10"/>
          </p:nvPr>
        </p:nvSpPr>
        <p:spPr/>
        <p:txBody>
          <a:bodyPr/>
          <a:p>
            <a:fld id="{48A87A34-81AB-432B-8DAE-1953F412C126}" type="datetimeFigureOut">
              <a:rPr dirty="0" lang="en-US"/>
              <a:t>5/8/2025</a:t>
            </a:fld>
            <a:endParaRPr dirty="0" lang="en-US"/>
          </a:p>
        </p:txBody>
      </p:sp>
      <p:sp>
        <p:nvSpPr>
          <p:cNvPr id="1048649" name="Footer Placeholder 5"/>
          <p:cNvSpPr>
            <a:spLocks noGrp="1"/>
          </p:cNvSpPr>
          <p:nvPr>
            <p:ph type="ftr" sz="quarter" idx="11"/>
          </p:nvPr>
        </p:nvSpPr>
        <p:spPr/>
        <p:txBody>
          <a:bodyPr/>
          <a:p>
            <a:endParaRPr dirty="0" lang="en-US"/>
          </a:p>
        </p:txBody>
      </p:sp>
      <p:sp>
        <p:nvSpPr>
          <p:cNvPr id="1048650"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54" name=""/>
        <p:cNvGrpSpPr/>
        <p:nvPr/>
      </p:nvGrpSpPr>
      <p:grpSpPr>
        <a:xfrm>
          <a:off x="0" y="0"/>
          <a:ext cx="0" cy="0"/>
          <a:chOff x="0" y="0"/>
          <a:chExt cx="0" cy="0"/>
        </a:xfrm>
      </p:grpSpPr>
      <p:pic>
        <p:nvPicPr>
          <p:cNvPr id="2097174" name="Picture 12"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18" name="Title 1"/>
          <p:cNvSpPr>
            <a:spLocks noGrp="1"/>
          </p:cNvSpPr>
          <p:nvPr>
            <p:ph type="title"/>
          </p:nvPr>
        </p:nvSpPr>
        <p:spPr>
          <a:xfrm>
            <a:off x="913774" y="609600"/>
            <a:ext cx="10364452" cy="1605094"/>
          </a:xfrm>
        </p:spPr>
        <p:txBody>
          <a:bodyPr/>
          <a:p>
            <a:r>
              <a:rPr lang="en-US"/>
              <a:t>Click to edit Master title style</a:t>
            </a:r>
            <a:endParaRPr dirty="0" lang="en-US"/>
          </a:p>
        </p:txBody>
      </p:sp>
      <p:sp>
        <p:nvSpPr>
          <p:cNvPr id="1048619" name="Text Placeholder 2"/>
          <p:cNvSpPr>
            <a:spLocks noGrp="1"/>
          </p:cNvSpPr>
          <p:nvPr>
            <p:ph type="body" idx="1"/>
          </p:nvPr>
        </p:nvSpPr>
        <p:spPr>
          <a:xfrm>
            <a:off x="913774" y="2367093"/>
            <a:ext cx="3298976" cy="576262"/>
          </a:xfrm>
        </p:spPr>
        <p:txBody>
          <a:bodyPr anchor="b">
            <a:noAutofit/>
          </a:bodyPr>
          <a:lstStyle>
            <a:lvl1pPr algn="ctr" indent="0" marL="0">
              <a:lnSpc>
                <a:spcPct val="85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20" name="Text Placeholder 3"/>
          <p:cNvSpPr>
            <a:spLocks noGrp="1"/>
          </p:cNvSpPr>
          <p:nvPr>
            <p:ph type="body" sz="half" idx="15"/>
          </p:nvPr>
        </p:nvSpPr>
        <p:spPr>
          <a:xfrm>
            <a:off x="913774" y="2943355"/>
            <a:ext cx="3298976" cy="2847845"/>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1" name="Text Placeholder 4"/>
          <p:cNvSpPr>
            <a:spLocks noGrp="1"/>
          </p:cNvSpPr>
          <p:nvPr>
            <p:ph type="body" sz="quarter" idx="3"/>
          </p:nvPr>
        </p:nvSpPr>
        <p:spPr>
          <a:xfrm>
            <a:off x="4452389" y="2367093"/>
            <a:ext cx="3291521" cy="576262"/>
          </a:xfrm>
        </p:spPr>
        <p:txBody>
          <a:bodyPr anchor="b">
            <a:noAutofit/>
          </a:bodyPr>
          <a:lstStyle>
            <a:lvl1pPr algn="ctr" indent="0" marL="0">
              <a:lnSpc>
                <a:spcPct val="85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22" name="Text Placeholder 3"/>
          <p:cNvSpPr>
            <a:spLocks noGrp="1"/>
          </p:cNvSpPr>
          <p:nvPr>
            <p:ph type="body" sz="half" idx="16"/>
          </p:nvPr>
        </p:nvSpPr>
        <p:spPr>
          <a:xfrm>
            <a:off x="4441348" y="2943355"/>
            <a:ext cx="3303351" cy="2847845"/>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3" name="Text Placeholder 4"/>
          <p:cNvSpPr>
            <a:spLocks noGrp="1"/>
          </p:cNvSpPr>
          <p:nvPr>
            <p:ph type="body" sz="quarter" idx="13"/>
          </p:nvPr>
        </p:nvSpPr>
        <p:spPr>
          <a:xfrm>
            <a:off x="7973298" y="2367093"/>
            <a:ext cx="3304928" cy="576262"/>
          </a:xfrm>
        </p:spPr>
        <p:txBody>
          <a:bodyPr anchor="b">
            <a:noAutofit/>
          </a:bodyPr>
          <a:lstStyle>
            <a:lvl1pPr algn="ctr" indent="0" marL="0">
              <a:lnSpc>
                <a:spcPct val="85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24" name="Text Placeholder 3"/>
          <p:cNvSpPr>
            <a:spLocks noGrp="1"/>
          </p:cNvSpPr>
          <p:nvPr>
            <p:ph type="body" sz="half" idx="17"/>
          </p:nvPr>
        </p:nvSpPr>
        <p:spPr>
          <a:xfrm>
            <a:off x="7973298" y="2943355"/>
            <a:ext cx="3304928" cy="2847845"/>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5" name="Date Placeholder 2"/>
          <p:cNvSpPr>
            <a:spLocks noGrp="1"/>
          </p:cNvSpPr>
          <p:nvPr>
            <p:ph type="dt" sz="half" idx="10"/>
          </p:nvPr>
        </p:nvSpPr>
        <p:spPr/>
        <p:txBody>
          <a:bodyPr/>
          <a:p>
            <a:fld id="{48A87A34-81AB-432B-8DAE-1953F412C126}" type="datetimeFigureOut">
              <a:rPr dirty="0" lang="en-US"/>
              <a:t>5/8/2025</a:t>
            </a:fld>
            <a:endParaRPr dirty="0" lang="en-US"/>
          </a:p>
        </p:txBody>
      </p:sp>
      <p:sp>
        <p:nvSpPr>
          <p:cNvPr id="1048626" name="Footer Placeholder 3"/>
          <p:cNvSpPr>
            <a:spLocks noGrp="1"/>
          </p:cNvSpPr>
          <p:nvPr>
            <p:ph type="ftr" sz="quarter" idx="11"/>
          </p:nvPr>
        </p:nvSpPr>
        <p:spPr/>
        <p:txBody>
          <a:bodyPr/>
          <a:p>
            <a:endParaRPr dirty="0" lang="en-US"/>
          </a:p>
        </p:txBody>
      </p:sp>
      <p:sp>
        <p:nvSpPr>
          <p:cNvPr id="1048627"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61" name=""/>
        <p:cNvGrpSpPr/>
        <p:nvPr/>
      </p:nvGrpSpPr>
      <p:grpSpPr>
        <a:xfrm>
          <a:off x="0" y="0"/>
          <a:ext cx="0" cy="0"/>
          <a:chOff x="0" y="0"/>
          <a:chExt cx="0" cy="0"/>
        </a:xfrm>
      </p:grpSpPr>
      <p:pic>
        <p:nvPicPr>
          <p:cNvPr id="2097188" name="Picture 15"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62" name="Title 1"/>
          <p:cNvSpPr>
            <a:spLocks noGrp="1"/>
          </p:cNvSpPr>
          <p:nvPr>
            <p:ph type="title"/>
          </p:nvPr>
        </p:nvSpPr>
        <p:spPr>
          <a:xfrm>
            <a:off x="913774" y="610772"/>
            <a:ext cx="10364452" cy="1603922"/>
          </a:xfrm>
        </p:spPr>
        <p:txBody>
          <a:bodyPr/>
          <a:p>
            <a:r>
              <a:rPr lang="en-US"/>
              <a:t>Click to edit Master title style</a:t>
            </a:r>
            <a:endParaRPr dirty="0" lang="en-US"/>
          </a:p>
        </p:txBody>
      </p:sp>
      <p:sp>
        <p:nvSpPr>
          <p:cNvPr id="1048663" name="Text Placeholder 2"/>
          <p:cNvSpPr>
            <a:spLocks noGrp="1"/>
          </p:cNvSpPr>
          <p:nvPr>
            <p:ph type="body" idx="1"/>
          </p:nvPr>
        </p:nvSpPr>
        <p:spPr>
          <a:xfrm>
            <a:off x="913774" y="4204820"/>
            <a:ext cx="3296409" cy="576262"/>
          </a:xfrm>
        </p:spPr>
        <p:txBody>
          <a:bodyPr anchor="b">
            <a:noAutofit/>
          </a:bodyPr>
          <a:lstStyle>
            <a:lvl1pPr algn="ctr" indent="0" marL="0">
              <a:lnSpc>
                <a:spcPct val="85000"/>
              </a:lnSpc>
              <a:buNone/>
              <a:defRPr b="0" sz="22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64" name="Picture Placeholder 2"/>
          <p:cNvSpPr>
            <a:spLocks noChangeAspect="1" noGrp="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dir="t" rig="threePt">
              <a:rot lat="0" lon="0" rev="2700000"/>
            </a:lightRig>
          </a:scene3d>
          <a:sp3d contourW="6350">
            <a:bevelT h="38100"/>
            <a:contourClr>
              <a:srgbClr val="C0C0C0"/>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dirty="0" lang="en-US"/>
              <a:t>Click icon to add picture</a:t>
            </a:r>
          </a:p>
        </p:txBody>
      </p:sp>
      <p:sp>
        <p:nvSpPr>
          <p:cNvPr id="1048665" name="Text Placeholder 3"/>
          <p:cNvSpPr>
            <a:spLocks noGrp="1"/>
          </p:cNvSpPr>
          <p:nvPr>
            <p:ph type="body" sz="half" idx="18"/>
          </p:nvPr>
        </p:nvSpPr>
        <p:spPr>
          <a:xfrm>
            <a:off x="913774" y="4781082"/>
            <a:ext cx="3296409" cy="1010118"/>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66" name="Text Placeholder 4"/>
          <p:cNvSpPr>
            <a:spLocks noGrp="1"/>
          </p:cNvSpPr>
          <p:nvPr>
            <p:ph type="body" sz="quarter" idx="3"/>
          </p:nvPr>
        </p:nvSpPr>
        <p:spPr>
          <a:xfrm>
            <a:off x="4442759" y="4204820"/>
            <a:ext cx="3301828" cy="576262"/>
          </a:xfrm>
        </p:spPr>
        <p:txBody>
          <a:bodyPr anchor="b">
            <a:noAutofit/>
          </a:bodyPr>
          <a:lstStyle>
            <a:lvl1pPr algn="ctr" indent="0" marL="0">
              <a:lnSpc>
                <a:spcPct val="85000"/>
              </a:lnSpc>
              <a:buNone/>
              <a:defRPr b="0" sz="22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67" name="Picture Placeholder 2"/>
          <p:cNvSpPr>
            <a:spLocks noChangeAspect="1" noGrp="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dir="t" rig="threePt">
              <a:rot lat="0" lon="0" rev="2700000"/>
            </a:lightRig>
          </a:scene3d>
          <a:sp3d contourW="6350">
            <a:bevelT h="38100"/>
            <a:contourClr>
              <a:srgbClr val="C0C0C0"/>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dirty="0" lang="en-US"/>
              <a:t>Click icon to add picture</a:t>
            </a:r>
          </a:p>
        </p:txBody>
      </p:sp>
      <p:sp>
        <p:nvSpPr>
          <p:cNvPr id="1048668" name="Text Placeholder 3"/>
          <p:cNvSpPr>
            <a:spLocks noGrp="1"/>
          </p:cNvSpPr>
          <p:nvPr>
            <p:ph type="body" sz="half" idx="19"/>
          </p:nvPr>
        </p:nvSpPr>
        <p:spPr>
          <a:xfrm>
            <a:off x="4441348" y="4781080"/>
            <a:ext cx="3303352" cy="1010119"/>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69" name="Text Placeholder 4"/>
          <p:cNvSpPr>
            <a:spLocks noGrp="1"/>
          </p:cNvSpPr>
          <p:nvPr>
            <p:ph type="body" sz="quarter" idx="13"/>
          </p:nvPr>
        </p:nvSpPr>
        <p:spPr>
          <a:xfrm>
            <a:off x="7973298" y="4204820"/>
            <a:ext cx="3300681" cy="576262"/>
          </a:xfrm>
        </p:spPr>
        <p:txBody>
          <a:bodyPr anchor="b">
            <a:noAutofit/>
          </a:bodyPr>
          <a:lstStyle>
            <a:lvl1pPr algn="ctr" indent="0" marL="0">
              <a:lnSpc>
                <a:spcPct val="85000"/>
              </a:lnSpc>
              <a:buNone/>
              <a:defRPr b="0" sz="22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70" name="Picture Placeholder 2"/>
          <p:cNvSpPr>
            <a:spLocks noChangeAspect="1" noGrp="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dir="t" rig="threePt">
              <a:rot lat="0" lon="0" rev="2700000"/>
            </a:lightRig>
          </a:scene3d>
          <a:sp3d contourW="6350">
            <a:bevelT h="38100"/>
            <a:contourClr>
              <a:srgbClr val="C0C0C0"/>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dirty="0" lang="en-US"/>
              <a:t>Click icon to add picture</a:t>
            </a:r>
          </a:p>
        </p:txBody>
      </p:sp>
      <p:sp>
        <p:nvSpPr>
          <p:cNvPr id="1048671" name="Text Placeholder 3"/>
          <p:cNvSpPr>
            <a:spLocks noGrp="1"/>
          </p:cNvSpPr>
          <p:nvPr>
            <p:ph type="body" sz="half" idx="20"/>
          </p:nvPr>
        </p:nvSpPr>
        <p:spPr>
          <a:xfrm>
            <a:off x="7973173" y="4781078"/>
            <a:ext cx="3305053" cy="1010121"/>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72" name="Date Placeholder 2"/>
          <p:cNvSpPr>
            <a:spLocks noGrp="1"/>
          </p:cNvSpPr>
          <p:nvPr>
            <p:ph type="dt" sz="half" idx="10"/>
          </p:nvPr>
        </p:nvSpPr>
        <p:spPr/>
        <p:txBody>
          <a:bodyPr/>
          <a:p>
            <a:fld id="{48A87A34-81AB-432B-8DAE-1953F412C126}" type="datetimeFigureOut">
              <a:rPr dirty="0" lang="en-US"/>
              <a:t>5/8/2025</a:t>
            </a:fld>
            <a:endParaRPr dirty="0" lang="en-US"/>
          </a:p>
        </p:txBody>
      </p:sp>
      <p:sp>
        <p:nvSpPr>
          <p:cNvPr id="1048673" name="Footer Placeholder 3"/>
          <p:cNvSpPr>
            <a:spLocks noGrp="1"/>
          </p:cNvSpPr>
          <p:nvPr>
            <p:ph type="ftr" sz="quarter" idx="11"/>
          </p:nvPr>
        </p:nvSpPr>
        <p:spPr/>
        <p:txBody>
          <a:bodyPr/>
          <a:p>
            <a:endParaRPr dirty="0" lang="en-US"/>
          </a:p>
        </p:txBody>
      </p:sp>
      <p:sp>
        <p:nvSpPr>
          <p:cNvPr id="1048674"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70" name=""/>
        <p:cNvGrpSpPr/>
        <p:nvPr/>
      </p:nvGrpSpPr>
      <p:grpSpPr>
        <a:xfrm>
          <a:off x="0" y="0"/>
          <a:ext cx="0" cy="0"/>
          <a:chOff x="0" y="0"/>
          <a:chExt cx="0" cy="0"/>
        </a:xfrm>
      </p:grpSpPr>
      <p:pic>
        <p:nvPicPr>
          <p:cNvPr id="2097197" name="Picture 7"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722" name="Title 1"/>
          <p:cNvSpPr>
            <a:spLocks noGrp="1"/>
          </p:cNvSpPr>
          <p:nvPr>
            <p:ph type="title"/>
          </p:nvPr>
        </p:nvSpPr>
        <p:spPr/>
        <p:txBody>
          <a:bodyPr/>
          <a:p>
            <a:r>
              <a:rPr lang="en-US"/>
              <a:t>Click to edit Master title style</a:t>
            </a:r>
            <a:endParaRPr dirty="0" lang="en-US"/>
          </a:p>
        </p:txBody>
      </p:sp>
      <p:sp>
        <p:nvSpPr>
          <p:cNvPr id="1048723" name="Vertical Text Placeholder 2"/>
          <p:cNvSpPr>
            <a:spLocks noGrp="1"/>
          </p:cNvSpPr>
          <p:nvPr>
            <p:ph type="body" orient="vert" sz="quarter" idx="13"/>
          </p:nvPr>
        </p:nvSpPr>
        <p:spPr>
          <a:xfrm>
            <a:off x="913775" y="2367093"/>
            <a:ext cx="10364452" cy="3424107"/>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24" name="Date Placeholder 3"/>
          <p:cNvSpPr>
            <a:spLocks noGrp="1"/>
          </p:cNvSpPr>
          <p:nvPr>
            <p:ph type="dt" sz="half" idx="10"/>
          </p:nvPr>
        </p:nvSpPr>
        <p:spPr/>
        <p:txBody>
          <a:bodyPr/>
          <a:p>
            <a:fld id="{48A87A34-81AB-432B-8DAE-1953F412C126}" type="datetimeFigureOut">
              <a:rPr dirty="0" lang="en-US"/>
              <a:t>5/8/2025</a:t>
            </a:fld>
            <a:endParaRPr dirty="0" lang="en-US"/>
          </a:p>
        </p:txBody>
      </p:sp>
      <p:sp>
        <p:nvSpPr>
          <p:cNvPr id="1048725" name="Footer Placeholder 4"/>
          <p:cNvSpPr>
            <a:spLocks noGrp="1"/>
          </p:cNvSpPr>
          <p:nvPr>
            <p:ph type="ftr" sz="quarter" idx="11"/>
          </p:nvPr>
        </p:nvSpPr>
        <p:spPr/>
        <p:txBody>
          <a:bodyPr/>
          <a:p>
            <a:endParaRPr dirty="0" lang="en-US"/>
          </a:p>
        </p:txBody>
      </p:sp>
      <p:sp>
        <p:nvSpPr>
          <p:cNvPr id="1048726"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5" name=""/>
        <p:cNvGrpSpPr/>
        <p:nvPr/>
      </p:nvGrpSpPr>
      <p:grpSpPr>
        <a:xfrm>
          <a:off x="0" y="0"/>
          <a:ext cx="0" cy="0"/>
          <a:chOff x="0" y="0"/>
          <a:chExt cx="0" cy="0"/>
        </a:xfrm>
      </p:grpSpPr>
      <p:pic>
        <p:nvPicPr>
          <p:cNvPr id="2097192" name="Picture 8" descr="Droplets-HD-Content-R1d.png"/>
          <p:cNvPicPr>
            <a:picLocks noChangeAspect="1"/>
          </p:cNvPicPr>
          <p:nvPr/>
        </p:nvPicPr>
        <p:blipFill>
          <a:blip xmlns:r="http://schemas.openxmlformats.org/officeDocument/2006/relationships" r:embed="rId1"/>
          <a:stretch>
            <a:fillRect/>
          </a:stretch>
        </p:blipFill>
        <p:spPr>
          <a:xfrm>
            <a:off x="0" y="0"/>
            <a:ext cx="12192000" cy="6858000"/>
          </a:xfrm>
          <a:prstGeom prst="rect"/>
        </p:spPr>
      </p:pic>
      <p:sp>
        <p:nvSpPr>
          <p:cNvPr id="1048691" name="Vertical Title 1"/>
          <p:cNvSpPr>
            <a:spLocks noGrp="1"/>
          </p:cNvSpPr>
          <p:nvPr>
            <p:ph type="title" orient="vert"/>
          </p:nvPr>
        </p:nvSpPr>
        <p:spPr>
          <a:xfrm>
            <a:off x="8724900" y="609601"/>
            <a:ext cx="2553326" cy="5181599"/>
          </a:xfrm>
        </p:spPr>
        <p:txBody>
          <a:bodyPr vert="eaVert"/>
          <a:lstStyle>
            <a:lvl1pPr algn="l"/>
          </a:lstStyle>
          <a:p>
            <a:r>
              <a:rPr lang="en-US"/>
              <a:t>Click to edit Master title style</a:t>
            </a:r>
            <a:endParaRPr dirty="0" lang="en-US"/>
          </a:p>
        </p:txBody>
      </p:sp>
      <p:sp>
        <p:nvSpPr>
          <p:cNvPr id="1048692" name="Vertical Text Placeholder 2"/>
          <p:cNvSpPr>
            <a:spLocks noGrp="1"/>
          </p:cNvSpPr>
          <p:nvPr>
            <p:ph type="body" orient="vert" sz="quarter" idx="13"/>
          </p:nvPr>
        </p:nvSpPr>
        <p:spPr>
          <a:xfrm>
            <a:off x="913775" y="609601"/>
            <a:ext cx="7658724" cy="5181599"/>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3" name="Date Placeholder 3"/>
          <p:cNvSpPr>
            <a:spLocks noGrp="1"/>
          </p:cNvSpPr>
          <p:nvPr>
            <p:ph type="dt" sz="half" idx="10"/>
          </p:nvPr>
        </p:nvSpPr>
        <p:spPr/>
        <p:txBody>
          <a:bodyPr/>
          <a:p>
            <a:fld id="{48A87A34-81AB-432B-8DAE-1953F412C126}" type="datetimeFigureOut">
              <a:rPr dirty="0" lang="en-US"/>
              <a:t>5/8/2025</a:t>
            </a:fld>
            <a:endParaRPr dirty="0" lang="en-US"/>
          </a:p>
        </p:txBody>
      </p:sp>
      <p:sp>
        <p:nvSpPr>
          <p:cNvPr id="1048694" name="Footer Placeholder 4"/>
          <p:cNvSpPr>
            <a:spLocks noGrp="1"/>
          </p:cNvSpPr>
          <p:nvPr>
            <p:ph type="ftr" sz="quarter" idx="11"/>
          </p:nvPr>
        </p:nvSpPr>
        <p:spPr/>
        <p:txBody>
          <a:bodyPr/>
          <a:p>
            <a:endParaRPr dirty="0" lang="en-US"/>
          </a:p>
        </p:txBody>
      </p:sp>
      <p:sp>
        <p:nvSpPr>
          <p:cNvPr id="1048695"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image" Target="../media/image3.png"/><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9"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xmlns:r="http://schemas.openxmlformats.org/officeDocument/2006/relationships" r:embed="rId18">
            <a:alphaModFix/>
          </a:blip>
          <a:srcRect/>
          <a:stretch>
            <a:fillRect/>
          </a:stretch>
        </p:blipFill>
        <p:spPr bwMode="auto">
          <a:xfrm>
            <a:off x="0" y="-1"/>
            <a:ext cx="12192003" cy="6858001"/>
          </a:xfrm>
          <a:prstGeom prst="rect"/>
          <a:noFill/>
        </p:spPr>
      </p:pic>
      <p:sp>
        <p:nvSpPr>
          <p:cNvPr id="1048576" name="Title Placeholder 1"/>
          <p:cNvSpPr>
            <a:spLocks noGrp="1"/>
          </p:cNvSpPr>
          <p:nvPr>
            <p:ph type="title"/>
          </p:nvPr>
        </p:nvSpPr>
        <p:spPr>
          <a:xfrm>
            <a:off x="913775" y="618517"/>
            <a:ext cx="10364451" cy="1596177"/>
          </a:xfrm>
          <a:prstGeom prst="rect"/>
        </p:spPr>
        <p:txBody>
          <a:bodyPr anchor="ctr" bIns="45720" lIns="91440" rIns="91440" rtlCol="0" tIns="45720" vert="horz">
            <a:normAutofit/>
          </a:bodyPr>
          <a:p>
            <a:r>
              <a:rPr lang="en-US"/>
              <a:t>Click to edit Master title style</a:t>
            </a:r>
            <a:endParaRPr dirty="0" lang="en-US"/>
          </a:p>
        </p:txBody>
      </p:sp>
      <p:sp>
        <p:nvSpPr>
          <p:cNvPr id="1048577" name="Text Placeholder 2"/>
          <p:cNvSpPr>
            <a:spLocks noGrp="1"/>
          </p:cNvSpPr>
          <p:nvPr>
            <p:ph type="body" idx="1"/>
          </p:nvPr>
        </p:nvSpPr>
        <p:spPr>
          <a:xfrm>
            <a:off x="913775" y="2367093"/>
            <a:ext cx="10364452" cy="3424107"/>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8" name="Date Placeholder 3"/>
          <p:cNvSpPr>
            <a:spLocks noGrp="1"/>
          </p:cNvSpPr>
          <p:nvPr>
            <p:ph type="dt" sz="half" idx="2"/>
          </p:nvPr>
        </p:nvSpPr>
        <p:spPr>
          <a:xfrm>
            <a:off x="7678737" y="5883275"/>
            <a:ext cx="2743200" cy="365125"/>
          </a:xfrm>
          <a:prstGeom prst="rect"/>
        </p:spPr>
        <p:txBody>
          <a:bodyPr anchor="ctr" bIns="45720" lIns="91440" rIns="91440" rtlCol="0" tIns="45720" vert="horz"/>
          <a:lstStyle>
            <a:lvl1pPr algn="r">
              <a:defRPr sz="1000">
                <a:solidFill>
                  <a:schemeClr val="tx1"/>
                </a:solidFill>
              </a:defRPr>
            </a:lvl1pPr>
          </a:lstStyle>
          <a:p>
            <a:fld id="{48A87A34-81AB-432B-8DAE-1953F412C126}" type="datetimeFigureOut">
              <a:rPr dirty="0" lang="en-US"/>
              <a:t>5/8/2025</a:t>
            </a:fld>
            <a:endParaRPr dirty="0" lang="en-US"/>
          </a:p>
        </p:txBody>
      </p:sp>
      <p:sp>
        <p:nvSpPr>
          <p:cNvPr id="1048579" name="Footer Placeholder 4"/>
          <p:cNvSpPr>
            <a:spLocks noGrp="1"/>
          </p:cNvSpPr>
          <p:nvPr>
            <p:ph type="ftr" sz="quarter" idx="3"/>
          </p:nvPr>
        </p:nvSpPr>
        <p:spPr>
          <a:xfrm>
            <a:off x="913774" y="5883275"/>
            <a:ext cx="6672887" cy="365125"/>
          </a:xfrm>
          <a:prstGeom prst="rect"/>
        </p:spPr>
        <p:txBody>
          <a:bodyPr anchor="ctr" bIns="45720" lIns="91440" rIns="91440" rtlCol="0" tIns="45720" vert="horz"/>
          <a:lstStyle>
            <a:lvl1pPr algn="l">
              <a:defRPr sz="1000">
                <a:solidFill>
                  <a:schemeClr val="tx1"/>
                </a:solidFill>
              </a:defRPr>
            </a:lvl1pPr>
          </a:lstStyle>
          <a:p>
            <a:endParaRPr dirty="0" lang="en-US"/>
          </a:p>
        </p:txBody>
      </p:sp>
      <p:sp>
        <p:nvSpPr>
          <p:cNvPr id="1048580" name="Slide Number Placeholder 5"/>
          <p:cNvSpPr>
            <a:spLocks noGrp="1"/>
          </p:cNvSpPr>
          <p:nvPr>
            <p:ph type="sldNum" sz="quarter" idx="4"/>
          </p:nvPr>
        </p:nvSpPr>
        <p:spPr>
          <a:xfrm>
            <a:off x="10514011" y="5883275"/>
            <a:ext cx="764215" cy="365125"/>
          </a:xfrm>
          <a:prstGeom prst="rect"/>
        </p:spPr>
        <p:txBody>
          <a:bodyPr anchor="ctr" bIns="45720" lIns="91440" rIns="91440" rtlCol="0" tIns="45720" vert="horz"/>
          <a:lstStyle>
            <a:lvl1pPr algn="r">
              <a:defRPr sz="1000">
                <a:solidFill>
                  <a:schemeClr val="tx1"/>
                </a:solidFill>
              </a:defRPr>
            </a:lvl1pPr>
          </a:lstStyle>
          <a:p>
            <a:fld id="{6D22F896-40B5-4ADD-8801-0D06FADFA095}" type="slidenum">
              <a:rPr dirty="0" lang="en-US"/>
              <a:t>‹#›</a:t>
            </a:fld>
            <a:endParaRPr dirty="0"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eaLnBrk="1" hangingPunct="1" latinLnBrk="0" rtl="0">
        <a:lnSpc>
          <a:spcPct val="90000"/>
        </a:lnSpc>
        <a:spcBef>
          <a:spcPct val="0"/>
        </a:spcBef>
        <a:buNone/>
        <a:defRPr baseline="0" cap="all" sz="3600" kern="1200">
          <a:solidFill>
            <a:schemeClr val="tx1"/>
          </a:solidFill>
          <a:effectLst/>
          <a:latin typeface="+mj-lt"/>
          <a:ea typeface="+mj-ea"/>
          <a:cs typeface="+mj-cs"/>
        </a:defRPr>
      </a:lvl1pPr>
    </p:titleStyle>
    <p:bodyStyle>
      <a:lvl1pPr algn="l" defTabSz="914400" eaLnBrk="1" hangingPunct="1" indent="-228600" latinLnBrk="0" marL="228600" rtl="0">
        <a:lnSpc>
          <a:spcPct val="120000"/>
        </a:lnSpc>
        <a:spcBef>
          <a:spcPts val="1000"/>
        </a:spcBef>
        <a:buClr>
          <a:schemeClr val="tx1"/>
        </a:buClr>
        <a:buFont typeface="Arial" panose="020B0604020202020204" pitchFamily="34" charset="0"/>
        <a:buChar char="•"/>
        <a:defRPr baseline="0" cap="all" sz="2000" kern="1200">
          <a:solidFill>
            <a:schemeClr val="tx1"/>
          </a:solidFill>
          <a:effectLst/>
          <a:latin typeface="+mn-lt"/>
          <a:ea typeface="+mn-ea"/>
          <a:cs typeface="+mn-cs"/>
        </a:defRPr>
      </a:lvl1pPr>
      <a:lvl2pPr algn="l" defTabSz="914400" eaLnBrk="1" hangingPunct="1" indent="-228600" latinLnBrk="0" marL="685800" rtl="0">
        <a:lnSpc>
          <a:spcPct val="120000"/>
        </a:lnSpc>
        <a:spcBef>
          <a:spcPts val="500"/>
        </a:spcBef>
        <a:buClr>
          <a:schemeClr val="tx1"/>
        </a:buClr>
        <a:buFont typeface="Arial" panose="020B0604020202020204" pitchFamily="34" charset="0"/>
        <a:buChar char="•"/>
        <a:defRPr baseline="0" cap="all" sz="1800" kern="1200">
          <a:solidFill>
            <a:schemeClr val="tx1"/>
          </a:solidFill>
          <a:effectLst/>
          <a:latin typeface="+mn-lt"/>
          <a:ea typeface="+mn-ea"/>
          <a:cs typeface="+mn-cs"/>
        </a:defRPr>
      </a:lvl2pPr>
      <a:lvl3pPr algn="l" defTabSz="914400" eaLnBrk="1" hangingPunct="1" indent="-228600" latinLnBrk="0" marL="1143000" rtl="0">
        <a:lnSpc>
          <a:spcPct val="120000"/>
        </a:lnSpc>
        <a:spcBef>
          <a:spcPts val="500"/>
        </a:spcBef>
        <a:buClr>
          <a:schemeClr val="tx1"/>
        </a:buClr>
        <a:buFont typeface="Arial" panose="020B0604020202020204" pitchFamily="34" charset="0"/>
        <a:buChar char="•"/>
        <a:defRPr baseline="0" cap="all" sz="1600" kern="1200">
          <a:solidFill>
            <a:schemeClr val="tx1"/>
          </a:solidFill>
          <a:effectLst/>
          <a:latin typeface="+mn-lt"/>
          <a:ea typeface="+mn-ea"/>
          <a:cs typeface="+mn-cs"/>
        </a:defRPr>
      </a:lvl3pPr>
      <a:lvl4pPr algn="l" defTabSz="914400" eaLnBrk="1" hangingPunct="1" indent="-228600" latinLnBrk="0" marL="16002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4pPr>
      <a:lvl5pPr algn="l" defTabSz="914400" eaLnBrk="1" hangingPunct="1" indent="-228600" latinLnBrk="0" marL="20574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5pPr>
      <a:lvl6pPr algn="l" defTabSz="914400" eaLnBrk="1" hangingPunct="1" indent="-228600" latinLnBrk="0" marL="25146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6pPr>
      <a:lvl7pPr algn="l" defTabSz="914400" eaLnBrk="1" hangingPunct="1" indent="-228600" latinLnBrk="0" marL="29718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7pPr>
      <a:lvl8pPr algn="l" defTabSz="914400" eaLnBrk="1" hangingPunct="1" indent="-228600" latinLnBrk="0" marL="34290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8pPr>
      <a:lvl9pPr algn="l" defTabSz="914400" eaLnBrk="1" hangingPunct="1" indent="-228600" latinLnBrk="0" marL="3886200" rtl="0">
        <a:lnSpc>
          <a:spcPct val="120000"/>
        </a:lnSpc>
        <a:spcBef>
          <a:spcPts val="500"/>
        </a:spcBef>
        <a:buClr>
          <a:schemeClr val="tx1"/>
        </a:buClr>
        <a:buFont typeface="Arial" panose="020B0604020202020204" pitchFamily="34" charset="0"/>
        <a:buChar char="•"/>
        <a:defRPr baseline="0" cap="all" sz="1400" kern="1200">
          <a:solidFill>
            <a:schemeClr val="tx1"/>
          </a:solidFill>
          <a:effectLst/>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jpeg"/><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28.jpeg"/><Relationship Id="rId3" Type="http://schemas.openxmlformats.org/officeDocument/2006/relationships/image" Target="../media/image29.jpeg"/><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99" name="Title 1"/>
          <p:cNvSpPr>
            <a:spLocks noGrp="1"/>
          </p:cNvSpPr>
          <p:nvPr>
            <p:ph type="ctrTitle"/>
          </p:nvPr>
        </p:nvSpPr>
        <p:spPr>
          <a:xfrm>
            <a:off x="1751012" y="1376987"/>
            <a:ext cx="8689976" cy="2509213"/>
          </a:xfrm>
        </p:spPr>
        <p:txBody>
          <a:bodyPr/>
          <a:p>
            <a:r>
              <a:rPr dirty="0" lang="en-US">
                <a:latin typeface="Algerian" panose="04020705040A02060702" pitchFamily="82" charset="0"/>
              </a:rPr>
              <a:t>Design thinking and innovation </a:t>
            </a:r>
          </a:p>
        </p:txBody>
      </p:sp>
      <p:sp>
        <p:nvSpPr>
          <p:cNvPr id="1048600" name="Subtitle 2"/>
          <p:cNvSpPr>
            <a:spLocks noGrp="1"/>
          </p:cNvSpPr>
          <p:nvPr>
            <p:ph type="subTitle" idx="1"/>
          </p:nvPr>
        </p:nvSpPr>
        <p:spPr/>
        <p:txBody>
          <a:bodyPr>
            <a:normAutofit fontScale="27273" lnSpcReduction="20000"/>
          </a:bodyPr>
          <a:p>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Presented by</a:t>
            </a:r>
          </a:p>
          <a:p>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Ch Hemalatha (23KD1A0224)</a:t>
            </a:r>
          </a:p>
          <a:p>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G </a:t>
            </a:r>
            <a:r>
              <a:rPr dirty="0" sz="4800" lang="en-US" err="1">
                <a:solidFill>
                  <a:schemeClr val="tx1"/>
                </a:solidFill>
                <a:latin typeface="Calibri" panose="020F0502020204030204" pitchFamily="34" charset="0"/>
                <a:ea typeface="Calibri" panose="020F0502020204030204" pitchFamily="34" charset="0"/>
                <a:cs typeface="Calibri" panose="020F0502020204030204" pitchFamily="34" charset="0"/>
              </a:rPr>
              <a:t>poornima</a:t>
            </a:r>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 (23KD1A0235)</a:t>
            </a:r>
          </a:p>
          <a:p>
            <a:r>
              <a:rPr dirty="0" sz="4800" lang="en-US" err="1">
                <a:solidFill>
                  <a:schemeClr val="tx1"/>
                </a:solidFill>
                <a:latin typeface="Calibri" panose="020F0502020204030204" pitchFamily="34" charset="0"/>
                <a:ea typeface="Calibri" panose="020F0502020204030204" pitchFamily="34" charset="0"/>
                <a:cs typeface="Calibri" panose="020F0502020204030204" pitchFamily="34" charset="0"/>
              </a:rPr>
              <a:t>Ch</a:t>
            </a:r>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 </a:t>
            </a:r>
            <a:r>
              <a:rPr dirty="0" sz="4800" lang="en-US" err="1">
                <a:solidFill>
                  <a:schemeClr val="tx1"/>
                </a:solidFill>
                <a:latin typeface="Calibri" panose="020F0502020204030204" pitchFamily="34" charset="0"/>
                <a:ea typeface="Calibri" panose="020F0502020204030204" pitchFamily="34" charset="0"/>
                <a:cs typeface="Calibri" panose="020F0502020204030204" pitchFamily="34" charset="0"/>
              </a:rPr>
              <a:t>prasad</a:t>
            </a:r>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(23KD1A0221)</a:t>
            </a:r>
          </a:p>
          <a:p>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B </a:t>
            </a:r>
            <a:r>
              <a:rPr dirty="0" sz="4800" lang="en-US" err="1">
                <a:solidFill>
                  <a:schemeClr val="tx1"/>
                </a:solidFill>
                <a:latin typeface="Calibri" panose="020F0502020204030204" pitchFamily="34" charset="0"/>
                <a:ea typeface="Calibri" panose="020F0502020204030204" pitchFamily="34" charset="0"/>
                <a:cs typeface="Calibri" panose="020F0502020204030204" pitchFamily="34" charset="0"/>
              </a:rPr>
              <a:t>venu</a:t>
            </a:r>
            <a:r>
              <a:rPr dirty="0" sz="4800" lang="en-US">
                <a:solidFill>
                  <a:schemeClr val="tx1"/>
                </a:solidFill>
                <a:latin typeface="Calibri" panose="020F0502020204030204" pitchFamily="34" charset="0"/>
                <a:ea typeface="Calibri" panose="020F0502020204030204" pitchFamily="34" charset="0"/>
                <a:cs typeface="Calibri" panose="020F0502020204030204" pitchFamily="34" charset="0"/>
              </a:rPr>
              <a:t> (23KD1A0209)</a:t>
            </a:r>
          </a:p>
          <a:p>
            <a:endParaRPr dirty="0" sz="4800" lang="en-US">
              <a:solidFill>
                <a:schemeClr val="tx1"/>
              </a:solidFill>
              <a:latin typeface="+mj-lt"/>
            </a:endParaRPr>
          </a:p>
          <a:p>
            <a:endParaRPr dirty="0" 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01" name="Title 1"/>
          <p:cNvSpPr>
            <a:spLocks noGrp="1"/>
          </p:cNvSpPr>
          <p:nvPr>
            <p:ph type="title"/>
          </p:nvPr>
        </p:nvSpPr>
        <p:spPr>
          <a:xfrm>
            <a:off x="913774" y="268712"/>
            <a:ext cx="10364451" cy="1596177"/>
          </a:xfrm>
        </p:spPr>
        <p:txBody>
          <a:bodyPr/>
          <a:p>
            <a:r>
              <a:rPr dirty="0" lang="en-US">
                <a:latin typeface="Times New Roman" panose="02020603050405020304" pitchFamily="18" charset="0"/>
                <a:cs typeface="Times New Roman" panose="02020603050405020304" pitchFamily="18" charset="0"/>
              </a:rPr>
              <a:t>Road accident prevention in hilly areas </a:t>
            </a:r>
          </a:p>
        </p:txBody>
      </p:sp>
      <p:sp>
        <p:nvSpPr>
          <p:cNvPr id="1048602" name="Content Placeholder 2"/>
          <p:cNvSpPr>
            <a:spLocks noGrp="1"/>
          </p:cNvSpPr>
          <p:nvPr>
            <p:ph sz="quarter" idx="13"/>
          </p:nvPr>
        </p:nvSpPr>
        <p:spPr>
          <a:xfrm>
            <a:off x="913774" y="2542338"/>
            <a:ext cx="10363826" cy="3424107"/>
          </a:xfrm>
        </p:spPr>
        <p:txBody>
          <a:bodyPr>
            <a:normAutofit/>
          </a:bodyPr>
          <a:p>
            <a:pPr indent="0" marL="0">
              <a:buNone/>
            </a:pPr>
            <a:endParaRPr dirty="0" lang="en-US"/>
          </a:p>
          <a:p>
            <a:r>
              <a:rPr dirty="0" sz="1400" lang="en-US">
                <a:latin typeface="Candara" panose="020E0502030303020204" pitchFamily="34" charset="0"/>
              </a:rPr>
              <a:t>Under the guidance of</a:t>
            </a:r>
          </a:p>
          <a:p>
            <a:pPr indent="0" marL="0">
              <a:buNone/>
            </a:pP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 </a:t>
            </a:r>
            <a:r>
              <a:rPr dirty="0" sz="1400" lang="en-US" err="1">
                <a:latin typeface="Candara" panose="020E0502030303020204" pitchFamily="34" charset="0"/>
              </a:rPr>
              <a:t>Mr.b</a:t>
            </a:r>
            <a:r>
              <a:rPr dirty="0" sz="1400" lang="en-US">
                <a:latin typeface="Candara" panose="020E0502030303020204" pitchFamily="34" charset="0"/>
              </a:rPr>
              <a:t> Ram </a:t>
            </a:r>
            <a:r>
              <a:rPr dirty="0" sz="1400" lang="en-US" err="1">
                <a:latin typeface="Candara" panose="020E0502030303020204" pitchFamily="34" charset="0"/>
              </a:rPr>
              <a:t>Vara</a:t>
            </a:r>
            <a:r>
              <a:rPr dirty="0" sz="1400" lang="en-US">
                <a:latin typeface="Candara" panose="020E0502030303020204" pitchFamily="34" charset="0"/>
              </a:rPr>
              <a:t> Prasad, (</a:t>
            </a:r>
            <a:r>
              <a:rPr dirty="0" sz="1400" lang="en-US" err="1">
                <a:latin typeface="Candara" panose="020E0502030303020204" pitchFamily="34" charset="0"/>
              </a:rPr>
              <a:t>ph.D</a:t>
            </a:r>
            <a:r>
              <a:rPr dirty="0" sz="1400" lang="en-US">
                <a:latin typeface="Candara" panose="020E0502030303020204" pitchFamily="34" charset="0"/>
              </a:rPr>
              <a:t>)</a:t>
            </a:r>
            <a:endParaRPr altLang="en-US" lang="zh-CN"/>
          </a:p>
          <a:p>
            <a:pPr indent="0" marL="0">
              <a:buNone/>
            </a:pP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  Assistant professor,
   </a:t>
            </a: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Department of EEE,
   </a:t>
            </a:r>
            <a:r>
              <a:rPr dirty="0" sz="1400" lang="en-US">
                <a:latin typeface="Candara" panose="020E0502030303020204" pitchFamily="34" charset="0"/>
              </a:rPr>
              <a:t> </a:t>
            </a:r>
            <a:r>
              <a:rPr dirty="0" sz="1400" lang="en-US">
                <a:latin typeface="Candara" panose="020E0502030303020204" pitchFamily="34" charset="0"/>
              </a:rPr>
              <a:t> </a:t>
            </a:r>
            <a:r>
              <a:rPr dirty="0" sz="1400" lang="en-US">
                <a:latin typeface="Candara" panose="020E0502030303020204" pitchFamily="34" charset="0"/>
              </a:rPr>
              <a:t>LITE(A)</a:t>
            </a:r>
            <a:endParaRPr altLang="en-US" lang="zh-CN"/>
          </a:p>
        </p:txBody>
      </p:sp>
      <p:sp>
        <p:nvSpPr>
          <p:cNvPr id="1048603" name="Title 1"/>
          <p:cNvSpPr txBox="1"/>
          <p:nvPr/>
        </p:nvSpPr>
        <p:spPr>
          <a:xfrm>
            <a:off x="1524001" y="671089"/>
            <a:ext cx="8791575" cy="2387600"/>
          </a:xfrm>
          <a:prstGeom prst="rect"/>
        </p:spPr>
        <p:txBody>
          <a:bodyPr anchor="ctr" bIns="45720" lIns="91440" rIns="91440" rtlCol="0" tIns="45720" vert="horz">
            <a:normAutofit/>
          </a:bodyPr>
          <a:lstStyle>
            <a:lvl1pPr algn="ctr" defTabSz="914400" eaLnBrk="1" hangingPunct="1" latinLnBrk="0" rtl="0">
              <a:lnSpc>
                <a:spcPct val="90000"/>
              </a:lnSpc>
              <a:spcBef>
                <a:spcPct val="0"/>
              </a:spcBef>
              <a:buNone/>
              <a:defRPr baseline="0" cap="all" sz="3600" kern="1200">
                <a:solidFill>
                  <a:schemeClr val="tx1"/>
                </a:solidFill>
                <a:effectLst/>
                <a:latin typeface="+mj-lt"/>
                <a:ea typeface="+mj-ea"/>
                <a:cs typeface="+mj-cs"/>
              </a:defRPr>
            </a:lvl1pPr>
          </a:lstStyle>
          <a:p>
            <a:r>
              <a:rPr dirty="0" lang="en-US">
                <a:latin typeface="Times New Roman" panose="02020603050405020304" pitchFamily="18" charset="0"/>
                <a:cs typeface="Times New Roman" panose="02020603050405020304" pitchFamily="18" charset="0"/>
              </a:rPr>
              <a:t>  </a:t>
            </a:r>
          </a:p>
        </p:txBody>
      </p:sp>
      <p:pic>
        <p:nvPicPr>
          <p:cNvPr id="2097162" name="Picture 10"/>
          <p:cNvPicPr>
            <a:picLocks noChangeAspect="1"/>
          </p:cNvPicPr>
          <p:nvPr/>
        </p:nvPicPr>
        <p:blipFill>
          <a:blip xmlns:r="http://schemas.openxmlformats.org/officeDocument/2006/relationships" r:embed="rId1"/>
          <a:srcRect l="9168" r="9168"/>
          <a:stretch>
            <a:fillRect/>
          </a:stretch>
        </p:blipFill>
        <p:spPr>
          <a:xfrm>
            <a:off x="5284474" y="1925300"/>
            <a:ext cx="5545156" cy="4041145"/>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04" name=""/>
          <p:cNvSpPr>
            <a:spLocks noGrp="1"/>
          </p:cNvSpPr>
          <p:nvPr>
            <p:ph type="title"/>
          </p:nvPr>
        </p:nvSpPr>
        <p:spPr/>
        <p:txBody>
          <a:bodyPr/>
          <a:p>
            <a:r>
              <a:rPr lang="en-US"/>
              <a:t>C</a:t>
            </a:r>
            <a:r>
              <a:rPr lang="en-US"/>
              <a:t>o</a:t>
            </a:r>
            <a:r>
              <a:rPr lang="en-US"/>
              <a:t>n</a:t>
            </a:r>
            <a:r>
              <a:rPr lang="en-US"/>
              <a:t>t</a:t>
            </a:r>
            <a:r>
              <a:rPr lang="en-US"/>
              <a:t>e</a:t>
            </a:r>
            <a:r>
              <a:rPr lang="en-US"/>
              <a:t>nts </a:t>
            </a:r>
            <a:endParaRPr lang="en-US"/>
          </a:p>
        </p:txBody>
      </p:sp>
      <p:sp>
        <p:nvSpPr>
          <p:cNvPr id="1048605" name=""/>
          <p:cNvSpPr>
            <a:spLocks noGrp="1"/>
          </p:cNvSpPr>
          <p:nvPr>
            <p:ph sz="quarter" idx="13"/>
          </p:nvPr>
        </p:nvSpPr>
        <p:spPr/>
        <p:txBody>
          <a:bodyPr>
            <a:normAutofit fontScale="80000" lnSpcReduction="20000"/>
          </a:bodyPr>
          <a:p>
            <a:r>
              <a:rPr lang="en-US"/>
              <a:t>W</a:t>
            </a:r>
            <a:r>
              <a:rPr lang="en-US"/>
              <a:t>h</a:t>
            </a:r>
            <a:r>
              <a:rPr lang="en-US"/>
              <a:t>at </a:t>
            </a:r>
            <a:r>
              <a:rPr lang="en-US"/>
              <a:t>is </a:t>
            </a:r>
            <a:r>
              <a:rPr lang="en-US"/>
              <a:t>meant </a:t>
            </a:r>
            <a:r>
              <a:rPr lang="en-US"/>
              <a:t>by </a:t>
            </a:r>
            <a:r>
              <a:rPr lang="en-US"/>
              <a:t>design </a:t>
            </a:r>
            <a:r>
              <a:rPr lang="en-US"/>
              <a:t>thinking </a:t>
            </a:r>
            <a:endParaRPr lang="en-US"/>
          </a:p>
          <a:p>
            <a:r>
              <a:rPr lang="en-US"/>
              <a:t>P</a:t>
            </a:r>
            <a:r>
              <a:rPr lang="en-US"/>
              <a:t>r</a:t>
            </a:r>
            <a:r>
              <a:rPr lang="en-US"/>
              <a:t>o</a:t>
            </a:r>
            <a:r>
              <a:rPr lang="en-US"/>
              <a:t>b</a:t>
            </a:r>
            <a:r>
              <a:rPr lang="en-US"/>
              <a:t>lem </a:t>
            </a:r>
            <a:r>
              <a:rPr lang="en-US"/>
              <a:t>statement </a:t>
            </a:r>
            <a:endParaRPr lang="en-US"/>
          </a:p>
          <a:p>
            <a:r>
              <a:rPr lang="en-US"/>
              <a:t>E</a:t>
            </a:r>
            <a:r>
              <a:rPr lang="en-US"/>
              <a:t>m</a:t>
            </a:r>
            <a:r>
              <a:rPr lang="en-US"/>
              <a:t>p</a:t>
            </a:r>
            <a:r>
              <a:rPr lang="en-US"/>
              <a:t>a</a:t>
            </a:r>
            <a:r>
              <a:rPr lang="en-US"/>
              <a:t>thy </a:t>
            </a:r>
            <a:endParaRPr lang="en-US"/>
          </a:p>
          <a:p>
            <a:r>
              <a:rPr lang="en-US"/>
              <a:t>D</a:t>
            </a:r>
            <a:r>
              <a:rPr lang="en-US"/>
              <a:t>e</a:t>
            </a:r>
            <a:r>
              <a:rPr lang="en-US"/>
              <a:t>f</a:t>
            </a:r>
            <a:r>
              <a:rPr lang="en-US"/>
              <a:t>i</a:t>
            </a:r>
            <a:r>
              <a:rPr lang="en-US"/>
              <a:t>ne </a:t>
            </a:r>
            <a:endParaRPr lang="en-US"/>
          </a:p>
          <a:p>
            <a:r>
              <a:rPr lang="en-US"/>
              <a:t>I</a:t>
            </a:r>
            <a:r>
              <a:rPr lang="en-US"/>
              <a:t>d</a:t>
            </a:r>
            <a:r>
              <a:rPr lang="en-US"/>
              <a:t>e</a:t>
            </a:r>
            <a:r>
              <a:rPr lang="en-US"/>
              <a:t>a</a:t>
            </a:r>
            <a:r>
              <a:rPr lang="en-US"/>
              <a:t>t</a:t>
            </a:r>
            <a:r>
              <a:rPr lang="en-US"/>
              <a:t>e</a:t>
            </a:r>
            <a:endParaRPr lang="en-US"/>
          </a:p>
          <a:p>
            <a:r>
              <a:rPr lang="en-US"/>
              <a:t> </a:t>
            </a:r>
            <a:r>
              <a:rPr lang="en-US"/>
              <a:t>S</a:t>
            </a:r>
            <a:r>
              <a:rPr lang="en-US"/>
              <a:t>u</a:t>
            </a:r>
            <a:r>
              <a:rPr lang="en-US"/>
              <a:t>r</a:t>
            </a:r>
            <a:r>
              <a:rPr lang="en-US"/>
              <a:t>ey </a:t>
            </a:r>
            <a:endParaRPr lang="en-US"/>
          </a:p>
          <a:p>
            <a:r>
              <a:rPr lang="en-US"/>
              <a:t>P</a:t>
            </a:r>
            <a:r>
              <a:rPr lang="en-US"/>
              <a:t>r</a:t>
            </a:r>
            <a:r>
              <a:rPr lang="en-US"/>
              <a:t>o</a:t>
            </a:r>
            <a:r>
              <a:rPr lang="en-US"/>
              <a:t>t</a:t>
            </a:r>
            <a:r>
              <a:rPr lang="en-US"/>
              <a:t>o</a:t>
            </a:r>
            <a:r>
              <a:rPr lang="en-US"/>
              <a:t>type </a:t>
            </a:r>
            <a:endParaRPr lang="en-US"/>
          </a:p>
          <a:p>
            <a:r>
              <a:rPr lang="en-US"/>
              <a:t>A</a:t>
            </a:r>
            <a:r>
              <a:rPr lang="en-US"/>
              <a:t>p</a:t>
            </a:r>
            <a:r>
              <a:rPr lang="en-US"/>
              <a:t>p</a:t>
            </a:r>
            <a:r>
              <a:rPr lang="en-US"/>
              <a:t>l</a:t>
            </a:r>
            <a:r>
              <a:rPr lang="en-US"/>
              <a:t>i</a:t>
            </a:r>
            <a:r>
              <a:rPr lang="en-US"/>
              <a:t>cation</a:t>
            </a:r>
            <a:r>
              <a:rPr lang="en-US"/>
              <a:t>S</a:t>
            </a:r>
            <a:endParaRPr lang="en-US"/>
          </a:p>
          <a:p>
            <a:r>
              <a:rPr lang="en-US"/>
              <a:t> </a:t>
            </a:r>
            <a:r>
              <a:rPr lang="en-US"/>
              <a:t>I</a:t>
            </a:r>
            <a:r>
              <a:rPr lang="en-US"/>
              <a:t>n</a:t>
            </a:r>
            <a:r>
              <a:rPr lang="en-US"/>
              <a:t>n</a:t>
            </a:r>
            <a:r>
              <a:rPr lang="en-US"/>
              <a:t>o</a:t>
            </a:r>
            <a:r>
              <a:rPr lang="en-US"/>
              <a:t>vation </a:t>
            </a:r>
            <a:r>
              <a:rPr lang="en-US"/>
              <a:t>strategies </a:t>
            </a:r>
            <a:endParaRPr lang="en-US"/>
          </a:p>
          <a:p>
            <a:r>
              <a:rPr lang="en-US"/>
              <a:t> </a:t>
            </a:r>
            <a:r>
              <a:rPr lang="en-US"/>
              <a:t>C</a:t>
            </a:r>
            <a:r>
              <a:rPr lang="en-US"/>
              <a:t>o</a:t>
            </a:r>
            <a:r>
              <a:rPr lang="en-US"/>
              <a:t>n</a:t>
            </a:r>
            <a:r>
              <a:rPr lang="en-US"/>
              <a:t>c</a:t>
            </a:r>
            <a:r>
              <a:rPr lang="en-US"/>
              <a:t>lusion </a:t>
            </a:r>
            <a:endParaRPr lang="en-US"/>
          </a:p>
          <a:p>
            <a:endParaRPr lang="en-US"/>
          </a:p>
        </p:txBody>
      </p:sp>
      <p:pic>
        <p:nvPicPr>
          <p:cNvPr id="2097163" name=""/>
          <p:cNvPicPr>
            <a:picLocks/>
          </p:cNvPicPr>
          <p:nvPr/>
        </p:nvPicPr>
        <p:blipFill>
          <a:blip xmlns:r="http://schemas.openxmlformats.org/officeDocument/2006/relationships" r:embed="rId1"/>
          <a:stretch>
            <a:fillRect/>
          </a:stretch>
        </p:blipFill>
        <p:spPr>
          <a:xfrm rot="21600000">
            <a:off x="5559996" y="2838235"/>
            <a:ext cx="5718230" cy="3183959"/>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6" name="Title 1"/>
          <p:cNvSpPr>
            <a:spLocks noGrp="1"/>
          </p:cNvSpPr>
          <p:nvPr>
            <p:ph type="title"/>
          </p:nvPr>
        </p:nvSpPr>
        <p:spPr/>
        <p:txBody>
          <a:bodyPr>
            <a:normAutofit/>
          </a:bodyPr>
          <a:p>
            <a:r>
              <a:rPr dirty="0" sz="4000" lang="en-US">
                <a:latin typeface="Times New Roman" panose="02020603050405020304" pitchFamily="18" charset="0"/>
                <a:cs typeface="Times New Roman" panose="02020603050405020304" pitchFamily="18" charset="0"/>
              </a:rPr>
              <a:t>What is meant by design thinking?</a:t>
            </a:r>
          </a:p>
        </p:txBody>
      </p:sp>
      <p:pic>
        <p:nvPicPr>
          <p:cNvPr id="2097164" name="Content Placeholder 3"/>
          <p:cNvPicPr>
            <a:picLocks noChangeAspect="1" noGrp="1"/>
          </p:cNvPicPr>
          <p:nvPr>
            <p:ph sz="quarter" idx="13"/>
          </p:nvPr>
        </p:nvPicPr>
        <p:blipFill>
          <a:blip xmlns:r="http://schemas.openxmlformats.org/officeDocument/2006/relationships" r:embed="rId1"/>
          <a:stretch>
            <a:fillRect/>
          </a:stretch>
        </p:blipFill>
        <p:spPr>
          <a:xfrm>
            <a:off x="1086685" y="2214694"/>
            <a:ext cx="3485315" cy="3681735"/>
          </a:xfrm>
        </p:spPr>
      </p:pic>
      <p:pic>
        <p:nvPicPr>
          <p:cNvPr id="2097165" name="Picture 4"/>
          <p:cNvPicPr>
            <a:picLocks noChangeAspect="1"/>
          </p:cNvPicPr>
          <p:nvPr/>
        </p:nvPicPr>
        <p:blipFill>
          <a:blip xmlns:r="http://schemas.openxmlformats.org/officeDocument/2006/relationships" r:embed="rId2"/>
          <a:stretch>
            <a:fillRect/>
          </a:stretch>
        </p:blipFill>
        <p:spPr>
          <a:xfrm>
            <a:off x="5201276" y="2630714"/>
            <a:ext cx="6301295" cy="3265715"/>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07" name="Title 1"/>
          <p:cNvSpPr>
            <a:spLocks noGrp="1"/>
          </p:cNvSpPr>
          <p:nvPr>
            <p:ph type="title"/>
          </p:nvPr>
        </p:nvSpPr>
        <p:spPr/>
        <p:txBody>
          <a:bodyPr>
            <a:normAutofit/>
          </a:bodyPr>
          <a:p>
            <a:r>
              <a:rPr dirty="0" sz="4000" lang="en-US">
                <a:latin typeface="Times New Roman" panose="02020603050405020304" pitchFamily="18" charset="0"/>
                <a:cs typeface="Times New Roman" panose="02020603050405020304" pitchFamily="18" charset="0"/>
              </a:rPr>
              <a:t>Problem statement </a:t>
            </a:r>
          </a:p>
        </p:txBody>
      </p:sp>
      <p:sp>
        <p:nvSpPr>
          <p:cNvPr id="1048608" name="Content Placeholder 4"/>
          <p:cNvSpPr>
            <a:spLocks noGrp="1"/>
          </p:cNvSpPr>
          <p:nvPr>
            <p:ph sz="quarter" idx="13"/>
          </p:nvPr>
        </p:nvSpPr>
        <p:spPr/>
        <p:txBody>
          <a:bodyPr>
            <a:normAutofit/>
          </a:bodyPr>
          <a:p>
            <a:r>
              <a:rPr dirty="0" sz="1600" lang="en-US">
                <a:latin typeface="Candara" panose="020E0502030303020204" pitchFamily="34" charset="0"/>
                <a:cs typeface="Times New Roman" panose="02020603050405020304" pitchFamily="18" charset="0"/>
              </a:rPr>
              <a:t>Road Design Challenges</a:t>
            </a:r>
          </a:p>
          <a:p>
            <a:r>
              <a:rPr dirty="0" sz="1600" lang="en-US">
                <a:latin typeface="Candara" panose="020E0502030303020204" pitchFamily="34" charset="0"/>
                <a:cs typeface="Times New Roman" panose="02020603050405020304" pitchFamily="18" charset="0"/>
              </a:rPr>
              <a:t>Weather and Visibility Issues</a:t>
            </a:r>
          </a:p>
          <a:p>
            <a:r>
              <a:rPr dirty="0" sz="1600" lang="en-US">
                <a:latin typeface="Candara" panose="020E0502030303020204" pitchFamily="34" charset="0"/>
                <a:cs typeface="Times New Roman" panose="02020603050405020304" pitchFamily="18" charset="0"/>
              </a:rPr>
              <a:t>Natural Hazards</a:t>
            </a:r>
          </a:p>
          <a:p>
            <a:r>
              <a:rPr dirty="0" sz="1600" lang="en-US">
                <a:latin typeface="Candara" panose="020E0502030303020204" pitchFamily="34" charset="0"/>
                <a:cs typeface="Times New Roman" panose="02020603050405020304" pitchFamily="18" charset="0"/>
              </a:rPr>
              <a:t>Human Factors</a:t>
            </a:r>
          </a:p>
          <a:p>
            <a:r>
              <a:rPr dirty="0" sz="1600" lang="en-US">
                <a:latin typeface="Candara" panose="020E0502030303020204" pitchFamily="34" charset="0"/>
                <a:cs typeface="Times New Roman" panose="02020603050405020304" pitchFamily="18" charset="0"/>
              </a:rPr>
              <a:t>Infrastructure problem </a:t>
            </a:r>
          </a:p>
          <a:p>
            <a:r>
              <a:rPr dirty="0" sz="1600" lang="en-US">
                <a:latin typeface="Candara" panose="020E0502030303020204" pitchFamily="34" charset="0"/>
                <a:cs typeface="Times New Roman" panose="02020603050405020304" pitchFamily="18" charset="0"/>
              </a:rPr>
              <a:t>Emergency Response Challenges</a:t>
            </a:r>
          </a:p>
        </p:txBody>
      </p:sp>
      <p:pic>
        <p:nvPicPr>
          <p:cNvPr id="2097166" name="Picture 5"/>
          <p:cNvPicPr>
            <a:picLocks noChangeAspect="1"/>
          </p:cNvPicPr>
          <p:nvPr/>
        </p:nvPicPr>
        <p:blipFill>
          <a:blip xmlns:r="http://schemas.openxmlformats.org/officeDocument/2006/relationships" r:embed="rId1"/>
          <a:stretch>
            <a:fillRect/>
          </a:stretch>
        </p:blipFill>
        <p:spPr>
          <a:xfrm>
            <a:off x="5292807" y="1804988"/>
            <a:ext cx="3626222" cy="2431143"/>
          </a:xfrm>
          <a:prstGeom prst="rect"/>
        </p:spPr>
      </p:pic>
      <p:pic>
        <p:nvPicPr>
          <p:cNvPr id="2097167" name="Picture 6"/>
          <p:cNvPicPr>
            <a:picLocks noChangeAspect="1"/>
          </p:cNvPicPr>
          <p:nvPr/>
        </p:nvPicPr>
        <p:blipFill>
          <a:blip xmlns:r="http://schemas.openxmlformats.org/officeDocument/2006/relationships" r:embed="rId2"/>
          <a:stretch>
            <a:fillRect/>
          </a:stretch>
        </p:blipFill>
        <p:spPr>
          <a:xfrm>
            <a:off x="7503291" y="4236131"/>
            <a:ext cx="4046451" cy="2431144"/>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09" name="Title 1"/>
          <p:cNvSpPr>
            <a:spLocks noGrp="1"/>
          </p:cNvSpPr>
          <p:nvPr>
            <p:ph type="title"/>
          </p:nvPr>
        </p:nvSpPr>
        <p:spPr/>
        <p:txBody>
          <a:bodyPr>
            <a:normAutofit/>
          </a:bodyPr>
          <a:p>
            <a:r>
              <a:rPr dirty="0" sz="4800" lang="en-US">
                <a:latin typeface="Times New Roman" panose="02020603050405020304" pitchFamily="18" charset="0"/>
                <a:cs typeface="Times New Roman" panose="02020603050405020304" pitchFamily="18" charset="0"/>
              </a:rPr>
              <a:t>Empathy </a:t>
            </a:r>
          </a:p>
        </p:txBody>
      </p:sp>
      <p:sp>
        <p:nvSpPr>
          <p:cNvPr id="1048610" name="Content Placeholder 4"/>
          <p:cNvSpPr>
            <a:spLocks noGrp="1"/>
          </p:cNvSpPr>
          <p:nvPr>
            <p:ph sz="quarter" idx="13"/>
          </p:nvPr>
        </p:nvSpPr>
        <p:spPr/>
        <p:txBody>
          <a:bodyPr>
            <a:noAutofit/>
          </a:bodyPr>
          <a:p>
            <a:r>
              <a:rPr dirty="0" sz="1600" lang="en-US">
                <a:latin typeface="Candara" panose="020E0502030303020204" pitchFamily="34" charset="0"/>
                <a:ea typeface="Verdana" panose="020B0604030504040204" pitchFamily="34" charset="0"/>
                <a:cs typeface="Times New Roman" panose="02020603050405020304" pitchFamily="18" charset="0"/>
              </a:rPr>
              <a:t>Drive with care</a:t>
            </a:r>
          </a:p>
          <a:p>
            <a:r>
              <a:rPr dirty="0" sz="1600" lang="en-US">
                <a:latin typeface="Candara" panose="020E0502030303020204" pitchFamily="34" charset="0"/>
                <a:ea typeface="Verdana" panose="020B0604030504040204" pitchFamily="34" charset="0"/>
                <a:cs typeface="Times New Roman" panose="02020603050405020304" pitchFamily="18" charset="0"/>
              </a:rPr>
              <a:t>Slow down on curves</a:t>
            </a:r>
          </a:p>
          <a:p>
            <a:r>
              <a:rPr dirty="0" sz="1600" lang="en-US">
                <a:latin typeface="Candara" panose="020E0502030303020204" pitchFamily="34" charset="0"/>
                <a:ea typeface="Verdana" panose="020B0604030504040204" pitchFamily="34" charset="0"/>
                <a:cs typeface="Times New Roman" panose="02020603050405020304" pitchFamily="18" charset="0"/>
              </a:rPr>
              <a:t>Use headlights in fog</a:t>
            </a:r>
          </a:p>
          <a:p>
            <a:r>
              <a:rPr dirty="0" sz="1600" lang="en-US">
                <a:latin typeface="Candara" panose="020E0502030303020204" pitchFamily="34" charset="0"/>
                <a:ea typeface="Verdana" panose="020B0604030504040204" pitchFamily="34" charset="0"/>
                <a:cs typeface="Times New Roman" panose="02020603050405020304" pitchFamily="18" charset="0"/>
              </a:rPr>
              <a:t>Give space to others</a:t>
            </a:r>
          </a:p>
          <a:p>
            <a:r>
              <a:rPr dirty="0" sz="1600" lang="en-US">
                <a:latin typeface="Candara" panose="020E0502030303020204" pitchFamily="34" charset="0"/>
                <a:ea typeface="Verdana" panose="020B0604030504040204" pitchFamily="34" charset="0"/>
                <a:cs typeface="Times New Roman" panose="02020603050405020304" pitchFamily="18" charset="0"/>
              </a:rPr>
              <a:t>Avoid overtaking on bends</a:t>
            </a:r>
          </a:p>
          <a:p>
            <a:r>
              <a:rPr dirty="0" sz="1600" lang="en-US">
                <a:latin typeface="Candara" panose="020E0502030303020204" pitchFamily="34" charset="0"/>
                <a:ea typeface="Verdana" panose="020B0604030504040204" pitchFamily="34" charset="0"/>
                <a:cs typeface="Times New Roman" panose="02020603050405020304" pitchFamily="18" charset="0"/>
              </a:rPr>
              <a:t>Check brakes regularity</a:t>
            </a:r>
          </a:p>
          <a:p>
            <a:r>
              <a:rPr dirty="0" sz="1600" lang="en-US">
                <a:latin typeface="Candara" panose="020E0502030303020204" pitchFamily="34" charset="0"/>
                <a:ea typeface="Verdana" panose="020B0604030504040204" pitchFamily="34" charset="0"/>
                <a:cs typeface="Times New Roman" panose="02020603050405020304" pitchFamily="18" charset="0"/>
              </a:rPr>
              <a:t>Stay </a:t>
            </a:r>
            <a:r>
              <a:rPr dirty="0" sz="1600" lang="en-US" err="1">
                <a:latin typeface="Candara" panose="020E0502030303020204" pitchFamily="34" charset="0"/>
                <a:ea typeface="Verdana" panose="020B0604030504040204" pitchFamily="34" charset="0"/>
                <a:cs typeface="Times New Roman" panose="02020603050405020304" pitchFamily="18" charset="0"/>
              </a:rPr>
              <a:t>alert,avoid</a:t>
            </a:r>
            <a:r>
              <a:rPr dirty="0" sz="1600" lang="en-US">
                <a:latin typeface="Candara" panose="020E0502030303020204" pitchFamily="34" charset="0"/>
                <a:ea typeface="Verdana" panose="020B0604030504040204" pitchFamily="34" charset="0"/>
                <a:cs typeface="Times New Roman" panose="02020603050405020304" pitchFamily="18" charset="0"/>
              </a:rPr>
              <a:t> distractions</a:t>
            </a:r>
          </a:p>
          <a:p>
            <a:r>
              <a:rPr dirty="0" sz="1600" lang="en-US">
                <a:latin typeface="Candara" panose="020E0502030303020204" pitchFamily="34" charset="0"/>
                <a:ea typeface="Verdana" panose="020B0604030504040204" pitchFamily="34" charset="0"/>
                <a:cs typeface="Times New Roman" panose="02020603050405020304" pitchFamily="18" charset="0"/>
              </a:rPr>
              <a:t>Respect road signs</a:t>
            </a:r>
          </a:p>
          <a:p>
            <a:r>
              <a:rPr dirty="0" sz="1600" lang="en-US">
                <a:latin typeface="Candara" panose="020E0502030303020204" pitchFamily="34" charset="0"/>
                <a:ea typeface="Verdana" panose="020B0604030504040204" pitchFamily="34" charset="0"/>
                <a:cs typeface="Times New Roman" panose="02020603050405020304" pitchFamily="18" charset="0"/>
              </a:rPr>
              <a:t>Use horn gently at turns</a:t>
            </a:r>
          </a:p>
        </p:txBody>
      </p:sp>
      <p:pic>
        <p:nvPicPr>
          <p:cNvPr id="2097168" name="Picture 3"/>
          <p:cNvPicPr>
            <a:picLocks noChangeAspect="1"/>
          </p:cNvPicPr>
          <p:nvPr/>
        </p:nvPicPr>
        <p:blipFill>
          <a:blip xmlns:r="http://schemas.openxmlformats.org/officeDocument/2006/relationships" r:embed="rId1"/>
          <a:stretch>
            <a:fillRect/>
          </a:stretch>
        </p:blipFill>
        <p:spPr>
          <a:xfrm>
            <a:off x="6753136" y="2088859"/>
            <a:ext cx="4194497" cy="3540154"/>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11" name=""/>
          <p:cNvSpPr>
            <a:spLocks noGrp="1"/>
          </p:cNvSpPr>
          <p:nvPr>
            <p:ph type="title"/>
          </p:nvPr>
        </p:nvSpPr>
        <p:spPr/>
        <p:txBody>
          <a:bodyPr/>
          <a:p>
            <a:r>
              <a:rPr lang="en-US"/>
              <a:t>D</a:t>
            </a:r>
            <a:r>
              <a:rPr lang="en-US"/>
              <a:t>e</a:t>
            </a:r>
            <a:r>
              <a:rPr lang="en-US"/>
              <a:t>f</a:t>
            </a:r>
            <a:r>
              <a:rPr lang="en-US"/>
              <a:t>i</a:t>
            </a:r>
            <a:r>
              <a:rPr lang="en-US"/>
              <a:t>nition </a:t>
            </a:r>
            <a:endParaRPr lang="en-US"/>
          </a:p>
        </p:txBody>
      </p:sp>
      <p:sp>
        <p:nvSpPr>
          <p:cNvPr id="1048612" name=""/>
          <p:cNvSpPr>
            <a:spLocks noGrp="1"/>
          </p:cNvSpPr>
          <p:nvPr>
            <p:ph sz="quarter" idx="13"/>
          </p:nvPr>
        </p:nvSpPr>
        <p:spPr/>
        <p:txBody>
          <a:bodyPr/>
          <a:p>
            <a:r>
              <a:rPr lang="en-US"/>
              <a:t>Proper Road Design and Maintenance</a:t>
            </a:r>
            <a:endParaRPr lang="en-US"/>
          </a:p>
          <a:p>
            <a:r>
              <a:rPr lang="en-US"/>
              <a:t>Adequate Signage and Road Markings</a:t>
            </a:r>
            <a:endParaRPr lang="en-US"/>
          </a:p>
          <a:p>
            <a:r>
              <a:rPr lang="en-US"/>
              <a:t>Speed Control Measures</a:t>
            </a:r>
            <a:endParaRPr lang="en-US"/>
          </a:p>
          <a:p>
            <a:r>
              <a:rPr lang="en-US"/>
              <a:t>Driver Training and Awareness</a:t>
            </a:r>
            <a:endParaRPr lang="en-US"/>
          </a:p>
          <a:p>
            <a:r>
              <a:rPr lang="en-US"/>
              <a:t>Vehicle Fitness and Load Regulation</a:t>
            </a:r>
            <a:endParaRPr lang="en-US"/>
          </a:p>
        </p:txBody>
      </p:sp>
      <p:pic>
        <p:nvPicPr>
          <p:cNvPr id="2097169" name=""/>
          <p:cNvPicPr>
            <a:picLocks/>
          </p:cNvPicPr>
          <p:nvPr/>
        </p:nvPicPr>
        <p:blipFill>
          <a:blip xmlns:r="http://schemas.openxmlformats.org/officeDocument/2006/relationships" r:embed="rId1"/>
          <a:stretch>
            <a:fillRect/>
          </a:stretch>
        </p:blipFill>
        <p:spPr>
          <a:xfrm rot="21600000">
            <a:off x="6915418" y="2367089"/>
            <a:ext cx="4593249" cy="2898040"/>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13" name=""/>
          <p:cNvSpPr>
            <a:spLocks noGrp="1"/>
          </p:cNvSpPr>
          <p:nvPr>
            <p:ph type="title"/>
          </p:nvPr>
        </p:nvSpPr>
        <p:spPr/>
        <p:txBody>
          <a:bodyPr/>
          <a:p>
            <a:r>
              <a:rPr lang="en-US"/>
              <a:t>I</a:t>
            </a:r>
            <a:r>
              <a:rPr lang="en-US"/>
              <a:t>d</a:t>
            </a:r>
            <a:r>
              <a:rPr lang="en-US"/>
              <a:t>e</a:t>
            </a:r>
            <a:r>
              <a:rPr lang="en-US"/>
              <a:t>a</a:t>
            </a:r>
            <a:r>
              <a:rPr lang="en-US"/>
              <a:t>te </a:t>
            </a:r>
            <a:endParaRPr lang="en-US"/>
          </a:p>
        </p:txBody>
      </p:sp>
      <p:sp>
        <p:nvSpPr>
          <p:cNvPr id="1048614" name=""/>
          <p:cNvSpPr>
            <a:spLocks noGrp="1"/>
          </p:cNvSpPr>
          <p:nvPr>
            <p:ph sz="quarter" idx="13"/>
          </p:nvPr>
        </p:nvSpPr>
        <p:spPr/>
        <p:txBody>
          <a:bodyPr/>
          <a:p>
            <a:r>
              <a:rPr lang="en-US"/>
              <a:t>Smart Curve Alert System</a:t>
            </a:r>
            <a:endParaRPr lang="en-US"/>
          </a:p>
          <a:p>
            <a:r>
              <a:rPr lang="en-US"/>
              <a:t>Speed Monitoring and Warning Unit</a:t>
            </a:r>
            <a:endParaRPr lang="en-US"/>
          </a:p>
          <a:p>
            <a:r>
              <a:rPr lang="en-US"/>
              <a:t>Automatic Brake Assist Model</a:t>
            </a:r>
            <a:endParaRPr lang="en-US"/>
          </a:p>
          <a:p>
            <a:r>
              <a:rPr lang="en-US"/>
              <a:t>Landslide Detection and Alert System</a:t>
            </a:r>
            <a:endParaRPr lang="en-US"/>
          </a:p>
          <a:p>
            <a:r>
              <a:rPr lang="en-US"/>
              <a:t>Driver Drowsiness Detection Unit</a:t>
            </a:r>
            <a:endParaRPr lang="en-US"/>
          </a:p>
          <a:p>
            <a:r>
              <a:rPr lang="en-US"/>
              <a:t>Real-Time Road Condition Display</a:t>
            </a:r>
            <a:endParaRPr lang="en-US"/>
          </a:p>
        </p:txBody>
      </p:sp>
      <p:pic>
        <p:nvPicPr>
          <p:cNvPr id="2097170" name=""/>
          <p:cNvPicPr>
            <a:picLocks/>
          </p:cNvPicPr>
          <p:nvPr/>
        </p:nvPicPr>
        <p:blipFill>
          <a:blip xmlns:r="http://schemas.openxmlformats.org/officeDocument/2006/relationships" r:embed="rId1"/>
          <a:stretch>
            <a:fillRect/>
          </a:stretch>
        </p:blipFill>
        <p:spPr>
          <a:xfrm rot="21600000">
            <a:off x="6811348" y="2214691"/>
            <a:ext cx="4458854" cy="3432378"/>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15" name="Title 1"/>
          <p:cNvSpPr>
            <a:spLocks noGrp="1"/>
          </p:cNvSpPr>
          <p:nvPr>
            <p:ph type="title"/>
          </p:nvPr>
        </p:nvSpPr>
        <p:spPr/>
        <p:txBody>
          <a:bodyPr/>
          <a:p>
            <a:r>
              <a:rPr dirty="0" lang="en-US">
                <a:latin typeface="Times New Roman" panose="02020603050405020304" pitchFamily="18" charset="0"/>
                <a:cs typeface="Times New Roman" panose="02020603050405020304" pitchFamily="18" charset="0"/>
              </a:rPr>
              <a:t>Case study</a:t>
            </a:r>
          </a:p>
        </p:txBody>
      </p:sp>
      <p:pic>
        <p:nvPicPr>
          <p:cNvPr id="2097171" name="Content Placeholder 8"/>
          <p:cNvPicPr>
            <a:picLocks noChangeAspect="1" noGrp="1"/>
          </p:cNvPicPr>
          <p:nvPr>
            <p:ph sz="quarter" idx="13"/>
          </p:nvPr>
        </p:nvPicPr>
        <p:blipFill>
          <a:blip xmlns:r="http://schemas.openxmlformats.org/officeDocument/2006/relationships" r:embed="rId1"/>
          <a:stretch>
            <a:fillRect/>
          </a:stretch>
        </p:blipFill>
        <p:spPr>
          <a:xfrm>
            <a:off x="838031" y="2158449"/>
            <a:ext cx="4844982" cy="3424237"/>
          </a:xfrm>
          <a:prstGeom prst="rect"/>
        </p:spPr>
      </p:pic>
      <p:pic>
        <p:nvPicPr>
          <p:cNvPr id="2097172" name="Picture 10"/>
          <p:cNvPicPr>
            <a:picLocks noChangeAspect="1"/>
          </p:cNvPicPr>
          <p:nvPr/>
        </p:nvPicPr>
        <p:blipFill>
          <a:blip xmlns:r="http://schemas.openxmlformats.org/officeDocument/2006/relationships" r:embed="rId2"/>
          <a:stretch>
            <a:fillRect/>
          </a:stretch>
        </p:blipFill>
        <p:spPr>
          <a:xfrm>
            <a:off x="6364448" y="2158448"/>
            <a:ext cx="4844982" cy="3424237"/>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16" name="Title 1"/>
          <p:cNvSpPr>
            <a:spLocks noGrp="1"/>
          </p:cNvSpPr>
          <p:nvPr>
            <p:ph type="title"/>
          </p:nvPr>
        </p:nvSpPr>
        <p:spPr/>
        <p:txBody>
          <a:bodyPr>
            <a:normAutofit/>
          </a:bodyPr>
          <a:p>
            <a:r>
              <a:rPr dirty="0" sz="4000" lang="en-US">
                <a:latin typeface="Times New Roman" panose="02020603050405020304" pitchFamily="18" charset="0"/>
                <a:cs typeface="Times New Roman" panose="02020603050405020304" pitchFamily="18" charset="0"/>
              </a:rPr>
              <a:t>Survey questions ?</a:t>
            </a:r>
          </a:p>
        </p:txBody>
      </p:sp>
      <p:sp>
        <p:nvSpPr>
          <p:cNvPr id="1048617" name="Content Placeholder 2"/>
          <p:cNvSpPr>
            <a:spLocks noGrp="1"/>
          </p:cNvSpPr>
          <p:nvPr>
            <p:ph sz="quarter" idx="13"/>
          </p:nvPr>
        </p:nvSpPr>
        <p:spPr/>
        <p:txBody>
          <a:bodyPr>
            <a:normAutofit/>
          </a:bodyPr>
          <a:p>
            <a:pPr indent="0" marL="0">
              <a:buNone/>
            </a:pPr>
            <a:r>
              <a:rPr dirty="0" lang="en-US"/>
              <a:t>
</a:t>
            </a:r>
            <a:r>
              <a:rPr dirty="0" lang="en-US">
                <a:latin typeface="+mj-lt"/>
              </a:rPr>
              <a:t>1. </a:t>
            </a:r>
            <a:r>
              <a:rPr dirty="0" sz="1600" lang="en-US">
                <a:latin typeface="Candara" panose="020E0502030303020204" pitchFamily="34" charset="0"/>
              </a:rPr>
              <a:t>How often do you drive in hilly areas?
2. Have you ever had an accident in a hilly area?
3. What do you think causes most accidents in hilly areas?
4. Do you think road safety measures are adequate in hilly areas?
5. What would make you feel safer driving in hilly areas?</a:t>
            </a:r>
          </a:p>
        </p:txBody>
      </p:sp>
      <p:pic>
        <p:nvPicPr>
          <p:cNvPr id="2097173" name="Picture 3"/>
          <p:cNvPicPr>
            <a:picLocks noChangeAspect="1"/>
          </p:cNvPicPr>
          <p:nvPr/>
        </p:nvPicPr>
        <p:blipFill>
          <a:blip xmlns:r="http://schemas.openxmlformats.org/officeDocument/2006/relationships" r:embed="rId1"/>
          <a:stretch>
            <a:fillRect/>
          </a:stretch>
        </p:blipFill>
        <p:spPr>
          <a:xfrm>
            <a:off x="9252856" y="2613836"/>
            <a:ext cx="2467428" cy="2665736"/>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28" name=""/>
          <p:cNvSpPr>
            <a:spLocks noGrp="1"/>
          </p:cNvSpPr>
          <p:nvPr>
            <p:ph type="title"/>
          </p:nvPr>
        </p:nvSpPr>
        <p:spPr/>
        <p:txBody>
          <a:bodyPr/>
          <a:p>
            <a:r>
              <a:rPr lang="en-US"/>
              <a:t>R</a:t>
            </a:r>
            <a:r>
              <a:rPr lang="en-US"/>
              <a:t>e</a:t>
            </a:r>
            <a:r>
              <a:rPr lang="en-US"/>
              <a:t>s</a:t>
            </a:r>
            <a:r>
              <a:rPr lang="en-US"/>
              <a:t>p</a:t>
            </a:r>
            <a:r>
              <a:rPr lang="en-US"/>
              <a:t>o</a:t>
            </a:r>
            <a:r>
              <a:rPr lang="en-US"/>
              <a:t>nses </a:t>
            </a:r>
            <a:endParaRPr lang="en-US"/>
          </a:p>
        </p:txBody>
      </p:sp>
      <p:sp>
        <p:nvSpPr>
          <p:cNvPr id="1048629" name=""/>
          <p:cNvSpPr>
            <a:spLocks noGrp="1"/>
          </p:cNvSpPr>
          <p:nvPr>
            <p:ph type="body" idx="1"/>
          </p:nvPr>
        </p:nvSpPr>
        <p:spPr>
          <a:xfrm>
            <a:off x="913772" y="1789889"/>
            <a:ext cx="3316221" cy="830817"/>
          </a:xfrm>
        </p:spPr>
        <p:txBody>
          <a:bodyPr/>
          <a:p>
            <a:r>
              <a:rPr lang="en-US"/>
              <a:t>C</a:t>
            </a:r>
            <a:r>
              <a:rPr lang="en-US"/>
              <a:t>o</a:t>
            </a:r>
            <a:endParaRPr lang="en-US"/>
          </a:p>
        </p:txBody>
      </p:sp>
      <p:sp>
        <p:nvSpPr>
          <p:cNvPr id="1048630" name=""/>
          <p:cNvSpPr>
            <a:spLocks noGrp="1"/>
          </p:cNvSpPr>
          <p:nvPr>
            <p:ph type="body" sz="half" idx="15"/>
          </p:nvPr>
        </p:nvSpPr>
        <p:spPr/>
        <p:txBody>
          <a:bodyPr>
            <a:normAutofit fontScale="78571" lnSpcReduction="20000"/>
          </a:bodyPr>
          <a:p>
            <a:r>
              <a:rPr lang="en-US"/>
              <a:t>1. HOW OFTEN DO YOU DRIVE IN HILLY AREAS?</a:t>
            </a:r>
            <a:endParaRPr lang="en-US"/>
          </a:p>
          <a:p>
            <a:r>
              <a:rPr lang="en-US"/>
              <a:t>A</a:t>
            </a:r>
            <a:r>
              <a:rPr lang="en-US"/>
              <a:t>.</a:t>
            </a:r>
            <a:r>
              <a:rPr lang="en-US"/>
              <a:t>.</a:t>
            </a:r>
            <a:r>
              <a:rPr lang="en-US"/>
              <a:t>Occasionally, mostly during trips.</a:t>
            </a:r>
            <a:endParaRPr lang="en-US"/>
          </a:p>
          <a:p>
            <a:r>
              <a:rPr lang="en-US"/>
              <a:t>2. HAVE YOU EVER HAD AN ACCIDENT IN A HILLY AREA?</a:t>
            </a:r>
            <a:endParaRPr lang="en-US"/>
          </a:p>
          <a:p>
            <a:r>
              <a:rPr lang="en-US"/>
              <a:t>A</a:t>
            </a:r>
            <a:r>
              <a:rPr lang="en-US"/>
              <a:t> </a:t>
            </a:r>
            <a:r>
              <a:rPr lang="en-US"/>
              <a:t>.</a:t>
            </a:r>
            <a:r>
              <a:rPr lang="en-US"/>
              <a:t>No, I haven't.</a:t>
            </a:r>
            <a:endParaRPr lang="en-US"/>
          </a:p>
          <a:p>
            <a:r>
              <a:rPr lang="en-US"/>
              <a:t>3. WHAT DO YOU THINK CAUSES MOST ACCIDENTS IN HILLY AREAS?</a:t>
            </a:r>
            <a:endParaRPr lang="en-US"/>
          </a:p>
          <a:p>
            <a:r>
              <a:rPr lang="en-US"/>
              <a:t>A</a:t>
            </a:r>
            <a:r>
              <a:rPr lang="en-US"/>
              <a:t> </a:t>
            </a:r>
            <a:r>
              <a:rPr lang="en-US"/>
              <a:t>.</a:t>
            </a:r>
            <a:r>
              <a:rPr lang="en-US"/>
              <a:t>Sharp turns, speeding, and poor visibility.</a:t>
            </a:r>
            <a:endParaRPr lang="en-US"/>
          </a:p>
          <a:p>
            <a:r>
              <a:rPr lang="en-US"/>
              <a:t>4. DO YOU THINK ROAD SAFETY MEASURES ARE ADEQUATE IN HILLY AREAS?</a:t>
            </a:r>
            <a:endParaRPr lang="en-US"/>
          </a:p>
          <a:p>
            <a:r>
              <a:rPr lang="en-US"/>
              <a:t>A</a:t>
            </a:r>
            <a:r>
              <a:rPr lang="en-US"/>
              <a:t>.</a:t>
            </a:r>
            <a:r>
              <a:rPr lang="en-US"/>
              <a:t>.</a:t>
            </a:r>
            <a:r>
              <a:rPr lang="en-US"/>
              <a:t>No, they're often insufficient.</a:t>
            </a:r>
            <a:endParaRPr lang="en-US"/>
          </a:p>
        </p:txBody>
      </p:sp>
      <p:sp>
        <p:nvSpPr>
          <p:cNvPr id="1048631" name=""/>
          <p:cNvSpPr>
            <a:spLocks noGrp="1"/>
          </p:cNvSpPr>
          <p:nvPr>
            <p:ph type="body" sz="quarter" idx="3"/>
          </p:nvPr>
        </p:nvSpPr>
        <p:spPr/>
        <p:txBody>
          <a:bodyPr/>
          <a:p>
            <a:r>
              <a:rPr lang="en-US"/>
              <a:t>.</a:t>
            </a:r>
            <a:endParaRPr lang="en-US"/>
          </a:p>
        </p:txBody>
      </p:sp>
      <p:sp>
        <p:nvSpPr>
          <p:cNvPr id="1048632" name=""/>
          <p:cNvSpPr>
            <a:spLocks noGrp="1"/>
          </p:cNvSpPr>
          <p:nvPr>
            <p:ph type="body" sz="half" idx="16"/>
          </p:nvPr>
        </p:nvSpPr>
        <p:spPr/>
        <p:txBody>
          <a:bodyPr>
            <a:normAutofit fontScale="78571" lnSpcReduction="20000"/>
          </a:bodyPr>
          <a:p>
            <a:r>
              <a:rPr lang="en-US"/>
              <a:t>1. HOW OFTEN DO YOU DRIVE IN HILLY AREAS?</a:t>
            </a:r>
            <a:endParaRPr lang="en-US"/>
          </a:p>
          <a:p>
            <a:r>
              <a:rPr lang="en-US"/>
              <a:t>Rarely, only when absolutely necessary.</a:t>
            </a:r>
            <a:endParaRPr lang="en-US"/>
          </a:p>
          <a:p>
            <a:r>
              <a:rPr lang="en-US"/>
              <a:t>2. HAVE YOU EVER HAD AN ACCIDENT IN A HILLY AREA?</a:t>
            </a:r>
            <a:endParaRPr lang="en-US"/>
          </a:p>
          <a:p>
            <a:r>
              <a:rPr lang="en-US"/>
              <a:t>A</a:t>
            </a:r>
            <a:r>
              <a:rPr lang="en-US"/>
              <a:t> </a:t>
            </a:r>
            <a:r>
              <a:rPr lang="en-US"/>
              <a:t>.</a:t>
            </a:r>
            <a:r>
              <a:rPr lang="en-US"/>
              <a:t>Yes, a minor skid once during rain.</a:t>
            </a:r>
            <a:endParaRPr lang="en-US"/>
          </a:p>
          <a:p>
            <a:r>
              <a:rPr lang="en-US"/>
              <a:t>3. WHAT DO YOU THINK CAUSES MOST ACCIDENTS IN HILLY AREAS?</a:t>
            </a:r>
            <a:endParaRPr lang="en-US"/>
          </a:p>
          <a:p>
            <a:r>
              <a:rPr lang="en-US"/>
              <a:t>A</a:t>
            </a:r>
            <a:r>
              <a:rPr lang="en-US"/>
              <a:t> </a:t>
            </a:r>
            <a:r>
              <a:rPr lang="en-US"/>
              <a:t>.</a:t>
            </a:r>
            <a:r>
              <a:rPr lang="en-US"/>
              <a:t>Overconfidence and lack of experience.</a:t>
            </a:r>
            <a:endParaRPr lang="en-US"/>
          </a:p>
          <a:p>
            <a:r>
              <a:rPr lang="en-US"/>
              <a:t>4</a:t>
            </a:r>
            <a:r>
              <a:rPr lang="en-US"/>
              <a:t>.</a:t>
            </a:r>
            <a:r>
              <a:rPr lang="en-US"/>
              <a:t>WHAT WOULD MAKE YOU FEEL SAFER DRIVING IN HILLY AREAS?</a:t>
            </a:r>
            <a:endParaRPr lang="en-US"/>
          </a:p>
          <a:p>
            <a:r>
              <a:rPr lang="en-US"/>
              <a:t>A</a:t>
            </a:r>
            <a:r>
              <a:rPr lang="en-US"/>
              <a:t>.</a:t>
            </a:r>
            <a:r>
              <a:rPr lang="en-US"/>
              <a:t>.</a:t>
            </a:r>
            <a:r>
              <a:rPr lang="en-US"/>
              <a:t>Wider roads and more frequent patrolling.</a:t>
            </a:r>
            <a:endParaRPr lang="en-US"/>
          </a:p>
        </p:txBody>
      </p:sp>
      <p:sp>
        <p:nvSpPr>
          <p:cNvPr id="1048633" name=""/>
          <p:cNvSpPr>
            <a:spLocks noGrp="1"/>
          </p:cNvSpPr>
          <p:nvPr>
            <p:ph type="body" sz="quarter" idx="13"/>
          </p:nvPr>
        </p:nvSpPr>
        <p:spPr/>
        <p:txBody>
          <a:bodyPr/>
          <a:p>
            <a:r>
              <a:rPr lang="en-US"/>
              <a:t>.</a:t>
            </a:r>
            <a:endParaRPr lang="en-US"/>
          </a:p>
        </p:txBody>
      </p:sp>
      <p:sp>
        <p:nvSpPr>
          <p:cNvPr id="1048634" name=""/>
          <p:cNvSpPr>
            <a:spLocks noGrp="1"/>
          </p:cNvSpPr>
          <p:nvPr>
            <p:ph type="body" sz="half" idx="17"/>
          </p:nvPr>
        </p:nvSpPr>
        <p:spPr/>
        <p:txBody>
          <a:bodyPr>
            <a:normAutofit fontScale="78571" lnSpcReduction="20000"/>
          </a:bodyPr>
          <a:p>
            <a:r>
              <a:rPr lang="en-US"/>
              <a:t>1. HOW OFTEN DO YOU DRIVE IN HILLY AREAS?</a:t>
            </a:r>
            <a:endParaRPr lang="en-US"/>
          </a:p>
          <a:p>
            <a:r>
              <a:rPr lang="en-US"/>
              <a:t>A</a:t>
            </a:r>
            <a:r>
              <a:rPr lang="en-US"/>
              <a:t>.</a:t>
            </a:r>
            <a:r>
              <a:rPr lang="en-US"/>
              <a:t>.</a:t>
            </a:r>
            <a:r>
              <a:rPr lang="en-US"/>
              <a:t>Frequently, as I live near a hilly region.</a:t>
            </a:r>
            <a:endParaRPr lang="en-US"/>
          </a:p>
          <a:p>
            <a:r>
              <a:rPr lang="en-US"/>
              <a:t>2. HAVE YOU EVER HAD AN ACCIDENT IN A HILLY AREA?</a:t>
            </a:r>
            <a:endParaRPr lang="en-US"/>
          </a:p>
          <a:p>
            <a:r>
              <a:rPr lang="en-US"/>
              <a:t>A</a:t>
            </a:r>
            <a:r>
              <a:rPr lang="en-US"/>
              <a:t>.</a:t>
            </a:r>
            <a:r>
              <a:rPr lang="en-US"/>
              <a:t>.</a:t>
            </a:r>
            <a:r>
              <a:rPr lang="en-US"/>
              <a:t>No, but I've had a few close calls.</a:t>
            </a:r>
            <a:endParaRPr lang="en-US"/>
          </a:p>
          <a:p>
            <a:r>
              <a:rPr lang="en-US"/>
              <a:t>3. WHAT DO YOU THINK CAUSES MOST ACCIDENTS IN HILLY AREAS?</a:t>
            </a:r>
            <a:endParaRPr lang="en-US"/>
          </a:p>
          <a:p>
            <a:r>
              <a:rPr lang="en-US"/>
              <a:t>A</a:t>
            </a:r>
            <a:r>
              <a:rPr lang="en-US"/>
              <a:t> </a:t>
            </a:r>
            <a:r>
              <a:rPr lang="en-US"/>
              <a:t>.</a:t>
            </a:r>
            <a:r>
              <a:rPr lang="en-US"/>
              <a:t>Brake failure and reckless overtaking.</a:t>
            </a:r>
            <a:endParaRPr lang="en-US"/>
          </a:p>
          <a:p>
            <a:r>
              <a:rPr lang="en-US"/>
              <a:t>4. DO YOU THINK ROAD SAFETY MEASURES ARE ADEQUATE IN HILLY AREAS?</a:t>
            </a:r>
            <a:endParaRPr lang="en-US"/>
          </a:p>
          <a:p>
            <a:r>
              <a:rPr lang="en-US"/>
              <a:t>A</a:t>
            </a:r>
            <a:r>
              <a:rPr lang="en-US"/>
              <a:t>.</a:t>
            </a:r>
            <a:r>
              <a:rPr lang="en-US"/>
              <a:t>.</a:t>
            </a:r>
            <a:r>
              <a:rPr lang="en-US"/>
              <a:t>Some areas are fine, others are very risky.</a:t>
            </a:r>
            <a:endParaRPr lang="en-US"/>
          </a:p>
        </p:txBody>
      </p:sp>
      <p:pic>
        <p:nvPicPr>
          <p:cNvPr id="2097175" name=""/>
          <p:cNvPicPr>
            <a:picLocks/>
          </p:cNvPicPr>
          <p:nvPr/>
        </p:nvPicPr>
        <p:blipFill>
          <a:blip xmlns:r="http://schemas.openxmlformats.org/officeDocument/2006/relationships" r:embed="rId1"/>
          <a:stretch>
            <a:fillRect/>
          </a:stretch>
        </p:blipFill>
        <p:spPr>
          <a:xfrm rot="0">
            <a:off x="1465619" y="1412147"/>
            <a:ext cx="1818683" cy="1393986"/>
          </a:xfrm>
          <a:prstGeom prst="rect"/>
        </p:spPr>
      </p:pic>
      <p:pic>
        <p:nvPicPr>
          <p:cNvPr id="2097176" name=""/>
          <p:cNvPicPr>
            <a:picLocks/>
          </p:cNvPicPr>
          <p:nvPr/>
        </p:nvPicPr>
        <p:blipFill>
          <a:blip xmlns:r="http://schemas.openxmlformats.org/officeDocument/2006/relationships" r:embed="rId2"/>
          <a:stretch>
            <a:fillRect/>
          </a:stretch>
        </p:blipFill>
        <p:spPr>
          <a:xfrm rot="0">
            <a:off x="8831132" y="1412147"/>
            <a:ext cx="1359871" cy="1458219"/>
          </a:xfrm>
          <a:prstGeom prst="rect"/>
        </p:spPr>
      </p:pic>
      <p:pic>
        <p:nvPicPr>
          <p:cNvPr id="2097177" name=""/>
          <p:cNvPicPr>
            <a:picLocks/>
          </p:cNvPicPr>
          <p:nvPr/>
        </p:nvPicPr>
        <p:blipFill>
          <a:blip xmlns:r="http://schemas.openxmlformats.org/officeDocument/2006/relationships" r:embed="rId3"/>
          <a:stretch>
            <a:fillRect/>
          </a:stretch>
        </p:blipFill>
        <p:spPr>
          <a:xfrm rot="0">
            <a:off x="5572020" y="1603839"/>
            <a:ext cx="1047956" cy="1221709"/>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5" name="Title 1"/>
          <p:cNvSpPr>
            <a:spLocks noGrp="1"/>
          </p:cNvSpPr>
          <p:nvPr>
            <p:ph type="title"/>
          </p:nvPr>
        </p:nvSpPr>
        <p:spPr>
          <a:xfrm>
            <a:off x="913775" y="618517"/>
            <a:ext cx="10364451" cy="958613"/>
          </a:xfrm>
        </p:spPr>
        <p:txBody>
          <a:bodyPr>
            <a:normAutofit/>
          </a:bodyPr>
          <a:p>
            <a:r>
              <a:rPr dirty="0" sz="4000" lang="en-US">
                <a:latin typeface="Times New Roman" panose="02020603050405020304" pitchFamily="18" charset="0"/>
                <a:cs typeface="Times New Roman" panose="02020603050405020304" pitchFamily="18" charset="0"/>
              </a:rPr>
              <a:t>Components</a:t>
            </a:r>
            <a:endParaRPr dirty="0" sz="4000" lang="en-US"/>
          </a:p>
        </p:txBody>
      </p:sp>
      <p:pic>
        <p:nvPicPr>
          <p:cNvPr id="2097178" name="Picture 3"/>
          <p:cNvPicPr>
            <a:picLocks noChangeAspect="1"/>
          </p:cNvPicPr>
          <p:nvPr/>
        </p:nvPicPr>
        <p:blipFill>
          <a:blip xmlns:r="http://schemas.openxmlformats.org/officeDocument/2006/relationships" r:embed="rId1"/>
          <a:stretch>
            <a:fillRect/>
          </a:stretch>
        </p:blipFill>
        <p:spPr>
          <a:xfrm>
            <a:off x="3437783" y="1314165"/>
            <a:ext cx="3381375" cy="2220449"/>
          </a:xfrm>
          <a:prstGeom prst="rect"/>
        </p:spPr>
      </p:pic>
      <p:pic>
        <p:nvPicPr>
          <p:cNvPr id="2097179" name="Picture 4"/>
          <p:cNvPicPr>
            <a:picLocks noChangeAspect="1"/>
          </p:cNvPicPr>
          <p:nvPr/>
        </p:nvPicPr>
        <p:blipFill>
          <a:blip xmlns:r="http://schemas.openxmlformats.org/officeDocument/2006/relationships" r:embed="rId2"/>
          <a:stretch>
            <a:fillRect/>
          </a:stretch>
        </p:blipFill>
        <p:spPr>
          <a:xfrm>
            <a:off x="494323" y="1247205"/>
            <a:ext cx="2943460" cy="2265089"/>
          </a:xfrm>
          <a:prstGeom prst="rect"/>
        </p:spPr>
      </p:pic>
      <p:pic>
        <p:nvPicPr>
          <p:cNvPr id="2097180" name="Content Placeholder 5"/>
          <p:cNvPicPr>
            <a:picLocks noChangeAspect="1" noGrp="1"/>
          </p:cNvPicPr>
          <p:nvPr>
            <p:ph sz="quarter" idx="13"/>
          </p:nvPr>
        </p:nvPicPr>
        <p:blipFill>
          <a:blip xmlns:r="http://schemas.openxmlformats.org/officeDocument/2006/relationships" r:embed="rId3"/>
          <a:stretch>
            <a:fillRect/>
          </a:stretch>
        </p:blipFill>
        <p:spPr>
          <a:xfrm>
            <a:off x="7029975" y="1291844"/>
            <a:ext cx="3804002" cy="2265090"/>
          </a:xfrm>
          <a:prstGeom prst="rect"/>
        </p:spPr>
      </p:pic>
      <p:sp>
        <p:nvSpPr>
          <p:cNvPr id="1048636" name="TextBox 6"/>
          <p:cNvSpPr txBox="1"/>
          <p:nvPr/>
        </p:nvSpPr>
        <p:spPr>
          <a:xfrm>
            <a:off x="1358023" y="3349948"/>
            <a:ext cx="1236980" cy="358140"/>
          </a:xfrm>
          <a:prstGeom prst="rect"/>
          <a:noFill/>
        </p:spPr>
        <p:txBody>
          <a:bodyPr rtlCol="0" wrap="none">
            <a:spAutoFit/>
          </a:bodyPr>
          <a:p>
            <a:r>
              <a:rPr dirty="0" lang="en-IN"/>
              <a:t>IR sensors</a:t>
            </a:r>
          </a:p>
        </p:txBody>
      </p:sp>
      <p:sp>
        <p:nvSpPr>
          <p:cNvPr id="1048637" name="TextBox 8"/>
          <p:cNvSpPr txBox="1"/>
          <p:nvPr/>
        </p:nvSpPr>
        <p:spPr>
          <a:xfrm>
            <a:off x="4462446" y="3429000"/>
            <a:ext cx="3624044" cy="369332"/>
          </a:xfrm>
          <a:prstGeom prst="rect"/>
          <a:noFill/>
        </p:spPr>
        <p:txBody>
          <a:bodyPr rtlCol="0" wrap="square">
            <a:spAutoFit/>
          </a:bodyPr>
          <a:p>
            <a:r>
              <a:rPr dirty="0" lang="en-IN"/>
              <a:t>USB cable</a:t>
            </a:r>
          </a:p>
        </p:txBody>
      </p:sp>
      <p:sp>
        <p:nvSpPr>
          <p:cNvPr id="1048638" name="TextBox 9"/>
          <p:cNvSpPr txBox="1"/>
          <p:nvPr/>
        </p:nvSpPr>
        <p:spPr>
          <a:xfrm>
            <a:off x="8028431" y="3372268"/>
            <a:ext cx="1488847" cy="358141"/>
          </a:xfrm>
          <a:prstGeom prst="rect"/>
          <a:noFill/>
        </p:spPr>
        <p:txBody>
          <a:bodyPr rtlCol="0" wrap="none">
            <a:spAutoFit/>
          </a:bodyPr>
          <a:p>
            <a:r>
              <a:rPr dirty="0" lang="en-IN"/>
              <a:t>Arduino UNO</a:t>
            </a:r>
          </a:p>
        </p:txBody>
      </p:sp>
      <p:pic>
        <p:nvPicPr>
          <p:cNvPr id="2097181" name="Picture 10"/>
          <p:cNvPicPr>
            <a:picLocks noChangeAspect="1"/>
          </p:cNvPicPr>
          <p:nvPr/>
        </p:nvPicPr>
        <p:blipFill>
          <a:blip xmlns:r="http://schemas.openxmlformats.org/officeDocument/2006/relationships" r:embed="rId4"/>
          <a:stretch>
            <a:fillRect/>
          </a:stretch>
        </p:blipFill>
        <p:spPr>
          <a:xfrm>
            <a:off x="494323" y="5059985"/>
            <a:ext cx="3573802" cy="724115"/>
          </a:xfrm>
          <a:prstGeom prst="rect"/>
        </p:spPr>
      </p:pic>
      <p:sp>
        <p:nvSpPr>
          <p:cNvPr id="1048639" name="TextBox 11"/>
          <p:cNvSpPr txBox="1"/>
          <p:nvPr/>
        </p:nvSpPr>
        <p:spPr>
          <a:xfrm>
            <a:off x="954080" y="6394400"/>
            <a:ext cx="1862981" cy="369332"/>
          </a:xfrm>
          <a:prstGeom prst="rect"/>
          <a:noFill/>
        </p:spPr>
        <p:txBody>
          <a:bodyPr rtlCol="0" wrap="square">
            <a:spAutoFit/>
          </a:bodyPr>
          <a:p>
            <a:r>
              <a:rPr dirty="0" lang="en-IN"/>
              <a:t>LCD display</a:t>
            </a:r>
          </a:p>
        </p:txBody>
      </p:sp>
      <p:pic>
        <p:nvPicPr>
          <p:cNvPr id="2097182" name="Picture 13"/>
          <p:cNvPicPr>
            <a:picLocks noChangeAspect="1"/>
          </p:cNvPicPr>
          <p:nvPr/>
        </p:nvPicPr>
        <p:blipFill>
          <a:blip xmlns:r="http://schemas.openxmlformats.org/officeDocument/2006/relationships" r:embed="rId5"/>
          <a:stretch>
            <a:fillRect/>
          </a:stretch>
        </p:blipFill>
        <p:spPr>
          <a:xfrm>
            <a:off x="4167850" y="3986087"/>
            <a:ext cx="2961314" cy="2871913"/>
          </a:xfrm>
          <a:prstGeom prst="rect"/>
        </p:spPr>
      </p:pic>
      <p:sp>
        <p:nvSpPr>
          <p:cNvPr id="1048640" name="TextBox 14"/>
          <p:cNvSpPr txBox="1"/>
          <p:nvPr/>
        </p:nvSpPr>
        <p:spPr>
          <a:xfrm>
            <a:off x="4857225" y="6394400"/>
            <a:ext cx="2650922" cy="369332"/>
          </a:xfrm>
          <a:prstGeom prst="rect"/>
          <a:noFill/>
        </p:spPr>
        <p:txBody>
          <a:bodyPr rtlCol="0" wrap="square">
            <a:spAutoFit/>
          </a:bodyPr>
          <a:p>
            <a:r>
              <a:rPr dirty="0" lang="en-IN"/>
              <a:t>Jumper wires</a:t>
            </a:r>
          </a:p>
        </p:txBody>
      </p:sp>
      <p:pic>
        <p:nvPicPr>
          <p:cNvPr id="2097183" name="Picture 15"/>
          <p:cNvPicPr>
            <a:picLocks noChangeAspect="1"/>
          </p:cNvPicPr>
          <p:nvPr/>
        </p:nvPicPr>
        <p:blipFill>
          <a:blip xmlns:r="http://schemas.openxmlformats.org/officeDocument/2006/relationships" r:embed="rId6"/>
          <a:stretch>
            <a:fillRect/>
          </a:stretch>
        </p:blipFill>
        <p:spPr>
          <a:xfrm>
            <a:off x="7522626" y="4177162"/>
            <a:ext cx="2883644" cy="2680838"/>
          </a:xfrm>
          <a:prstGeom prst="rect"/>
        </p:spPr>
      </p:pic>
      <p:sp>
        <p:nvSpPr>
          <p:cNvPr id="1048641" name="TextBox 16"/>
          <p:cNvSpPr txBox="1"/>
          <p:nvPr/>
        </p:nvSpPr>
        <p:spPr>
          <a:xfrm>
            <a:off x="7929780" y="6394400"/>
            <a:ext cx="2558642" cy="369332"/>
          </a:xfrm>
          <a:prstGeom prst="rect"/>
          <a:noFill/>
        </p:spPr>
        <p:txBody>
          <a:bodyPr rtlCol="0" wrap="square">
            <a:spAutoFit/>
          </a:bodyPr>
          <a:p>
            <a:r>
              <a:rPr dirty="0" lang="en-IN"/>
              <a:t>Buzzer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597" name="Title 1"/>
          <p:cNvSpPr>
            <a:spLocks noGrp="1"/>
          </p:cNvSpPr>
          <p:nvPr>
            <p:ph type="ctrTitle"/>
          </p:nvPr>
        </p:nvSpPr>
        <p:spPr>
          <a:xfrm>
            <a:off x="1751012" y="1023948"/>
            <a:ext cx="8689976" cy="897131"/>
          </a:xfrm>
        </p:spPr>
        <p:txBody>
          <a:bodyPr/>
          <a:p>
            <a:r>
              <a:rPr dirty="0" lang="en-IN">
                <a:latin typeface="Times New Roman" panose="02020603050405020304" pitchFamily="18" charset="0"/>
                <a:cs typeface="Times New Roman" panose="02020603050405020304" pitchFamily="18" charset="0"/>
              </a:rPr>
              <a:t>Working principle</a:t>
            </a:r>
          </a:p>
        </p:txBody>
      </p:sp>
      <p:sp>
        <p:nvSpPr>
          <p:cNvPr id="1048598" name="TextBox 5"/>
          <p:cNvSpPr txBox="1"/>
          <p:nvPr/>
        </p:nvSpPr>
        <p:spPr>
          <a:xfrm>
            <a:off x="2344086" y="2806565"/>
            <a:ext cx="4363220" cy="2237740"/>
          </a:xfrm>
          <a:prstGeom prst="rect"/>
          <a:noFill/>
        </p:spPr>
        <p:txBody>
          <a:bodyPr rtlCol="0" wrap="square">
            <a:spAutoFit/>
          </a:bodyPr>
          <a:p>
            <a:r>
              <a:rPr altLang="en-US" sz="2400" lang="en-US"/>
              <a:t>STPES</a:t>
            </a:r>
            <a:endParaRPr altLang="en-US" sz="2400" lang="zh-CN"/>
          </a:p>
          <a:p>
            <a:endParaRPr altLang="en-US" lang="zh-CN"/>
          </a:p>
          <a:p>
            <a:r>
              <a:rPr dirty="0" sz="2000" lang="en-US">
                <a:latin typeface="Candara" panose="020E0502030303020204" pitchFamily="34" charset="0"/>
              </a:rPr>
              <a:t>V</a:t>
            </a:r>
            <a:r>
              <a:rPr dirty="0" sz="2000" lang="en-US">
                <a:latin typeface="Candara" panose="020E0502030303020204" pitchFamily="34" charset="0"/>
              </a:rPr>
              <a:t>E</a:t>
            </a:r>
            <a:r>
              <a:rPr dirty="0" sz="2000" lang="en-US">
                <a:latin typeface="Candara" panose="020E0502030303020204" pitchFamily="34" charset="0"/>
              </a:rPr>
              <a:t>H</a:t>
            </a:r>
            <a:r>
              <a:rPr dirty="0" sz="2000" lang="en-US">
                <a:latin typeface="Candara" panose="020E0502030303020204" pitchFamily="34" charset="0"/>
              </a:rPr>
              <a:t>I</a:t>
            </a:r>
            <a:r>
              <a:rPr dirty="0" sz="2000" lang="en-US">
                <a:latin typeface="Candara" panose="020E0502030303020204" pitchFamily="34" charset="0"/>
              </a:rPr>
              <a:t>C</a:t>
            </a:r>
            <a:r>
              <a:rPr dirty="0" sz="2000" lang="en-US">
                <a:latin typeface="Candara" panose="020E0502030303020204" pitchFamily="34" charset="0"/>
              </a:rPr>
              <a:t>L</a:t>
            </a:r>
            <a:r>
              <a:rPr dirty="0" sz="2000" lang="en-US">
                <a:latin typeface="Candara" panose="020E0502030303020204" pitchFamily="34" charset="0"/>
              </a:rPr>
              <a:t>E</a:t>
            </a:r>
            <a:r>
              <a:rPr dirty="0" sz="2000" lang="en-US">
                <a:latin typeface="Candara" panose="020E0502030303020204" pitchFamily="34" charset="0"/>
              </a:rPr>
              <a:t> </a:t>
            </a:r>
            <a:r>
              <a:rPr dirty="0" sz="2000" lang="en-US">
                <a:latin typeface="Candara" panose="020E0502030303020204" pitchFamily="34" charset="0"/>
              </a:rPr>
              <a:t>D</a:t>
            </a:r>
            <a:r>
              <a:rPr dirty="0" sz="2000" lang="en-US">
                <a:latin typeface="Candara" panose="020E0502030303020204" pitchFamily="34" charset="0"/>
              </a:rPr>
              <a:t>E</a:t>
            </a:r>
            <a:r>
              <a:rPr dirty="0" sz="2000" lang="en-US">
                <a:latin typeface="Candara" panose="020E0502030303020204" pitchFamily="34" charset="0"/>
              </a:rPr>
              <a:t>T</a:t>
            </a:r>
            <a:r>
              <a:rPr dirty="0" sz="2000" lang="en-US">
                <a:latin typeface="Candara" panose="020E0502030303020204" pitchFamily="34" charset="0"/>
              </a:rPr>
              <a:t>E</a:t>
            </a:r>
            <a:r>
              <a:rPr dirty="0" sz="2000" lang="en-US">
                <a:latin typeface="Candara" panose="020E0502030303020204" pitchFamily="34" charset="0"/>
              </a:rPr>
              <a:t>C</a:t>
            </a:r>
            <a:r>
              <a:rPr dirty="0" sz="2000" lang="en-US">
                <a:latin typeface="Candara" panose="020E0502030303020204" pitchFamily="34" charset="0"/>
              </a:rPr>
              <a:t>TION </a:t>
            </a:r>
            <a:r>
              <a:rPr dirty="0" sz="2000" lang="en-US">
                <a:latin typeface="Candara" panose="020E0502030303020204" pitchFamily="34" charset="0"/>
              </a:rPr>
              <a:t> </a:t>
            </a:r>
            <a:endParaRPr dirty="0" sz="2000" lang="en-IN">
              <a:latin typeface="Candara" panose="020E0502030303020204" pitchFamily="34" charset="0"/>
            </a:endParaRPr>
          </a:p>
          <a:p>
            <a:endParaRPr dirty="0" sz="2000" lang="en-IN">
              <a:latin typeface="Candara" panose="020E0502030303020204" pitchFamily="34" charset="0"/>
            </a:endParaRPr>
          </a:p>
          <a:p>
            <a:r>
              <a:rPr dirty="0" sz="2000" lang="en-US">
                <a:latin typeface="Candara" panose="020E0502030303020204" pitchFamily="34" charset="0"/>
              </a:rPr>
              <a:t>S</a:t>
            </a:r>
            <a:r>
              <a:rPr dirty="0" sz="2000" lang="en-US">
                <a:latin typeface="Candara" panose="020E0502030303020204" pitchFamily="34" charset="0"/>
              </a:rPr>
              <a:t>H</a:t>
            </a:r>
            <a:r>
              <a:rPr dirty="0" sz="2000" lang="en-US">
                <a:latin typeface="Candara" panose="020E0502030303020204" pitchFamily="34" charset="0"/>
              </a:rPr>
              <a:t>O</a:t>
            </a:r>
            <a:r>
              <a:rPr dirty="0" sz="2000" lang="en-US">
                <a:latin typeface="Candara" panose="020E0502030303020204" pitchFamily="34" charset="0"/>
              </a:rPr>
              <a:t>W</a:t>
            </a:r>
            <a:r>
              <a:rPr dirty="0" sz="2000" lang="en-US">
                <a:latin typeface="Candara" panose="020E0502030303020204" pitchFamily="34" charset="0"/>
              </a:rPr>
              <a:t>S</a:t>
            </a:r>
            <a:r>
              <a:rPr dirty="0" sz="2000" lang="en-US">
                <a:latin typeface="Candara" panose="020E0502030303020204" pitchFamily="34" charset="0"/>
              </a:rPr>
              <a:t> </a:t>
            </a:r>
            <a:r>
              <a:rPr dirty="0" sz="2000" lang="en-US">
                <a:latin typeface="Candara" panose="020E0502030303020204" pitchFamily="34" charset="0"/>
              </a:rPr>
              <a:t>I</a:t>
            </a:r>
            <a:r>
              <a:rPr dirty="0" sz="2000" lang="en-US">
                <a:latin typeface="Candara" panose="020E0502030303020204" pitchFamily="34" charset="0"/>
              </a:rPr>
              <a:t>N</a:t>
            </a:r>
            <a:r>
              <a:rPr dirty="0" sz="2000" lang="en-US">
                <a:latin typeface="Candara" panose="020E0502030303020204" pitchFamily="34" charset="0"/>
              </a:rPr>
              <a:t>F</a:t>
            </a:r>
            <a:r>
              <a:rPr dirty="0" sz="2000" lang="en-US">
                <a:latin typeface="Candara" panose="020E0502030303020204" pitchFamily="34" charset="0"/>
              </a:rPr>
              <a:t>ORMAT</a:t>
            </a:r>
            <a:r>
              <a:rPr dirty="0" sz="2000" lang="en-US">
                <a:latin typeface="Candara" panose="020E0502030303020204" pitchFamily="34" charset="0"/>
              </a:rPr>
              <a:t>I</a:t>
            </a:r>
            <a:r>
              <a:rPr dirty="0" sz="2000" lang="en-US">
                <a:latin typeface="Candara" panose="020E0502030303020204" pitchFamily="34" charset="0"/>
              </a:rPr>
              <a:t>V</a:t>
            </a:r>
            <a:r>
              <a:rPr dirty="0" sz="2000" lang="en-US">
                <a:latin typeface="Candara" panose="020E0502030303020204" pitchFamily="34" charset="0"/>
              </a:rPr>
              <a:t>E</a:t>
            </a:r>
            <a:r>
              <a:rPr dirty="0" sz="2000" lang="en-US">
                <a:latin typeface="Candara" panose="020E0502030303020204" pitchFamily="34" charset="0"/>
              </a:rPr>
              <a:t> </a:t>
            </a:r>
            <a:r>
              <a:rPr dirty="0" sz="2000" lang="en-US">
                <a:latin typeface="Candara" panose="020E0502030303020204" pitchFamily="34" charset="0"/>
              </a:rPr>
              <a:t>I</a:t>
            </a:r>
            <a:r>
              <a:rPr dirty="0" sz="2000" lang="en-US">
                <a:latin typeface="Candara" panose="020E0502030303020204" pitchFamily="34" charset="0"/>
              </a:rPr>
              <a:t>N</a:t>
            </a:r>
            <a:r>
              <a:rPr dirty="0" sz="2000" lang="en-US">
                <a:latin typeface="Candara" panose="020E0502030303020204" pitchFamily="34" charset="0"/>
              </a:rPr>
              <a:t>D</a:t>
            </a:r>
            <a:r>
              <a:rPr dirty="0" sz="2000" lang="en-US">
                <a:latin typeface="Candara" panose="020E0502030303020204" pitchFamily="34" charset="0"/>
              </a:rPr>
              <a:t>I</a:t>
            </a:r>
            <a:r>
              <a:rPr dirty="0" sz="2000" lang="en-US">
                <a:latin typeface="Candara" panose="020E0502030303020204" pitchFamily="34" charset="0"/>
              </a:rPr>
              <a:t>C</a:t>
            </a:r>
            <a:r>
              <a:rPr dirty="0" sz="2000" lang="en-US">
                <a:latin typeface="Candara" panose="020E0502030303020204" pitchFamily="34" charset="0"/>
              </a:rPr>
              <a:t>ATOR</a:t>
            </a:r>
            <a:r>
              <a:rPr dirty="0" sz="2000" lang="en-US">
                <a:latin typeface="Candara" panose="020E0502030303020204" pitchFamily="34" charset="0"/>
              </a:rPr>
              <a:t>S</a:t>
            </a:r>
            <a:endParaRPr dirty="0" sz="2000" lang="en-IN">
              <a:latin typeface="Candara" panose="020E0502030303020204" pitchFamily="34" charset="0"/>
            </a:endParaRPr>
          </a:p>
          <a:p>
            <a:endParaRPr dirty="0" sz="2000" lang="en-IN">
              <a:latin typeface="Candara" panose="020E0502030303020204" pitchFamily="34" charset="0"/>
            </a:endParaRPr>
          </a:p>
          <a:p>
            <a:r>
              <a:rPr dirty="0" sz="2000" lang="en-US">
                <a:latin typeface="Candara" panose="020E0502030303020204" pitchFamily="34" charset="0"/>
              </a:rPr>
              <a:t>P</a:t>
            </a:r>
            <a:r>
              <a:rPr dirty="0" sz="2000" lang="en-US">
                <a:latin typeface="Candara" panose="020E0502030303020204" pitchFamily="34" charset="0"/>
              </a:rPr>
              <a:t>R</a:t>
            </a:r>
            <a:r>
              <a:rPr dirty="0" sz="2000" lang="en-US">
                <a:latin typeface="Candara" panose="020E0502030303020204" pitchFamily="34" charset="0"/>
              </a:rPr>
              <a:t>E</a:t>
            </a:r>
            <a:r>
              <a:rPr dirty="0" sz="2000" lang="en-US">
                <a:latin typeface="Candara" panose="020E0502030303020204" pitchFamily="34" charset="0"/>
              </a:rPr>
              <a:t>V</a:t>
            </a:r>
            <a:r>
              <a:rPr dirty="0" sz="2000" lang="en-US">
                <a:latin typeface="Candara" panose="020E0502030303020204" pitchFamily="34" charset="0"/>
              </a:rPr>
              <a:t>E</a:t>
            </a:r>
            <a:r>
              <a:rPr dirty="0" sz="2000" lang="en-US">
                <a:latin typeface="Candara" panose="020E0502030303020204" pitchFamily="34" charset="0"/>
              </a:rPr>
              <a:t>N</a:t>
            </a:r>
            <a:r>
              <a:rPr dirty="0" sz="2000" lang="en-US">
                <a:latin typeface="Candara" panose="020E0502030303020204" pitchFamily="34" charset="0"/>
              </a:rPr>
              <a:t>T</a:t>
            </a:r>
            <a:r>
              <a:rPr dirty="0" sz="2000" lang="en-US">
                <a:latin typeface="Candara" panose="020E0502030303020204" pitchFamily="34" charset="0"/>
              </a:rPr>
              <a:t>S</a:t>
            </a:r>
            <a:r>
              <a:rPr dirty="0" sz="2000" lang="en-US">
                <a:latin typeface="Candara" panose="020E0502030303020204" pitchFamily="34" charset="0"/>
              </a:rPr>
              <a:t> </a:t>
            </a:r>
            <a:r>
              <a:rPr dirty="0" sz="2000" lang="en-US">
                <a:latin typeface="Candara" panose="020E0502030303020204" pitchFamily="34" charset="0"/>
              </a:rPr>
              <a:t>A</a:t>
            </a:r>
            <a:r>
              <a:rPr dirty="0" sz="2000" lang="en-US">
                <a:latin typeface="Candara" panose="020E0502030303020204" pitchFamily="34" charset="0"/>
              </a:rPr>
              <a:t>C</a:t>
            </a:r>
            <a:r>
              <a:rPr dirty="0" sz="2000" lang="en-US">
                <a:latin typeface="Candara" panose="020E0502030303020204" pitchFamily="34" charset="0"/>
              </a:rPr>
              <a:t>C</a:t>
            </a:r>
            <a:r>
              <a:rPr dirty="0" sz="2000" lang="en-US">
                <a:latin typeface="Candara" panose="020E0502030303020204" pitchFamily="34" charset="0"/>
              </a:rPr>
              <a:t>IDENT</a:t>
            </a:r>
            <a:r>
              <a:rPr dirty="0" sz="2000" lang="en-US">
                <a:latin typeface="Candara" panose="020E0502030303020204" pitchFamily="34" charset="0"/>
              </a:rPr>
              <a:t>S</a:t>
            </a:r>
            <a:r>
              <a:rPr dirty="0" sz="2000" lang="en-US">
                <a:latin typeface="Candara" panose="020E0502030303020204" pitchFamily="34" charset="0"/>
              </a:rPr>
              <a:t> </a:t>
            </a:r>
            <a:r>
              <a:rPr dirty="0" sz="2000" lang="en-US">
                <a:latin typeface="Candara" panose="020E0502030303020204" pitchFamily="34" charset="0"/>
              </a:rPr>
              <a:t> </a:t>
            </a:r>
            <a:endParaRPr dirty="0" sz="2000" lang="en-IN">
              <a:latin typeface="Candara" panose="020E0502030303020204" pitchFamily="34" charset="0"/>
            </a:endParaRPr>
          </a:p>
        </p:txBody>
      </p:sp>
      <p:pic>
        <p:nvPicPr>
          <p:cNvPr id="2097161" name=""/>
          <p:cNvPicPr>
            <a:picLocks/>
          </p:cNvPicPr>
          <p:nvPr/>
        </p:nvPicPr>
        <p:blipFill>
          <a:blip xmlns:r="http://schemas.openxmlformats.org/officeDocument/2006/relationships" r:embed="rId1"/>
          <a:srcRect l="12064" t="29443" r="10896" b="27077"/>
          <a:stretch>
            <a:fillRect/>
          </a:stretch>
        </p:blipFill>
        <p:spPr>
          <a:xfrm rot="0">
            <a:off x="6909132" y="2371287"/>
            <a:ext cx="3531856" cy="3108297"/>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0" name="Title 1"/>
          <p:cNvSpPr>
            <a:spLocks noGrp="1"/>
          </p:cNvSpPr>
          <p:nvPr>
            <p:ph type="title"/>
          </p:nvPr>
        </p:nvSpPr>
        <p:spPr>
          <a:xfrm>
            <a:off x="206205" y="322105"/>
            <a:ext cx="10364451" cy="1596177"/>
          </a:xfrm>
        </p:spPr>
        <p:txBody>
          <a:bodyPr>
            <a:normAutofit/>
          </a:bodyPr>
          <a:p>
            <a:r>
              <a:rPr dirty="0" sz="4000" lang="en-US">
                <a:latin typeface="Times New Roman" panose="02020603050405020304" pitchFamily="18" charset="0"/>
                <a:cs typeface="Times New Roman" panose="02020603050405020304" pitchFamily="18" charset="0"/>
              </a:rPr>
              <a:t>applications</a:t>
            </a:r>
          </a:p>
        </p:txBody>
      </p:sp>
      <p:sp>
        <p:nvSpPr>
          <p:cNvPr id="1048591" name="Content Placeholder 2"/>
          <p:cNvSpPr>
            <a:spLocks noGrp="1"/>
          </p:cNvSpPr>
          <p:nvPr>
            <p:ph sz="quarter" idx="13"/>
          </p:nvPr>
        </p:nvSpPr>
        <p:spPr>
          <a:xfrm>
            <a:off x="754696" y="1515612"/>
            <a:ext cx="10363826" cy="3424107"/>
          </a:xfrm>
        </p:spPr>
        <p:txBody>
          <a:bodyPr>
            <a:noAutofit/>
          </a:bodyPr>
          <a:p>
            <a:r>
              <a:rPr dirty="0" sz="1600" lang="en-US">
                <a:latin typeface="Candara" panose="020E0502030303020204" pitchFamily="34" charset="0"/>
              </a:rPr>
              <a:t>Warning Signboards</a:t>
            </a:r>
          </a:p>
          <a:p>
            <a:r>
              <a:rPr dirty="0" sz="1600" lang="en-US">
                <a:latin typeface="Candara" panose="020E0502030303020204" pitchFamily="34" charset="0"/>
              </a:rPr>
              <a:t>Speed control measures</a:t>
            </a:r>
          </a:p>
          <a:p>
            <a:r>
              <a:rPr dirty="0" sz="1600" lang="en-US">
                <a:latin typeface="Candara" panose="020E0502030303020204" pitchFamily="34" charset="0"/>
              </a:rPr>
              <a:t>Proper road lighting</a:t>
            </a:r>
          </a:p>
          <a:p>
            <a:r>
              <a:rPr dirty="0" sz="1600" lang="en-US">
                <a:latin typeface="Candara" panose="020E0502030303020204" pitchFamily="34" charset="0"/>
              </a:rPr>
              <a:t>Guardrails and barriers</a:t>
            </a:r>
          </a:p>
          <a:p>
            <a:r>
              <a:rPr dirty="0" sz="1600" lang="en-US">
                <a:latin typeface="Candara" panose="020E0502030303020204" pitchFamily="34" charset="0"/>
              </a:rPr>
              <a:t>Mirror placement at blind turns</a:t>
            </a:r>
          </a:p>
          <a:p>
            <a:r>
              <a:rPr dirty="0" sz="1600" lang="en-US">
                <a:latin typeface="Candara" panose="020E0502030303020204" pitchFamily="34" charset="0"/>
              </a:rPr>
              <a:t>Regular road maintenance</a:t>
            </a:r>
          </a:p>
          <a:p>
            <a:r>
              <a:rPr dirty="0" sz="1600" lang="en-US">
                <a:latin typeface="Candara" panose="020E0502030303020204" pitchFamily="34" charset="0"/>
              </a:rPr>
              <a:t>Weather monitoring system</a:t>
            </a:r>
          </a:p>
          <a:p>
            <a:r>
              <a:rPr dirty="0" sz="1600" lang="en-US">
                <a:latin typeface="Candara" panose="020E0502030303020204" pitchFamily="34" charset="0"/>
              </a:rPr>
              <a:t>Driver awareness campaign</a:t>
            </a:r>
          </a:p>
          <a:p>
            <a:r>
              <a:rPr dirty="0" sz="1600" lang="en-US">
                <a:latin typeface="Candara" panose="020E0502030303020204" pitchFamily="34" charset="0"/>
              </a:rPr>
              <a:t>Emergency call boxes</a:t>
            </a:r>
          </a:p>
          <a:p>
            <a:r>
              <a:rPr dirty="0" sz="1600" lang="en-US">
                <a:latin typeface="Candara" panose="020E0502030303020204" pitchFamily="34" charset="0"/>
              </a:rPr>
              <a:t>Enforcement of whole fitness checks</a:t>
            </a:r>
          </a:p>
        </p:txBody>
      </p:sp>
      <p:pic>
        <p:nvPicPr>
          <p:cNvPr id="2097159" name=""/>
          <p:cNvPicPr>
            <a:picLocks/>
          </p:cNvPicPr>
          <p:nvPr/>
        </p:nvPicPr>
        <p:blipFill>
          <a:blip xmlns:r="http://schemas.openxmlformats.org/officeDocument/2006/relationships" r:embed="rId1"/>
          <a:stretch>
            <a:fillRect/>
          </a:stretch>
        </p:blipFill>
        <p:spPr>
          <a:xfrm rot="0">
            <a:off x="5561211" y="1515611"/>
            <a:ext cx="4227982" cy="4227981"/>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733" name=""/>
          <p:cNvSpPr>
            <a:spLocks noGrp="1"/>
          </p:cNvSpPr>
          <p:nvPr>
            <p:ph type="title"/>
          </p:nvPr>
        </p:nvSpPr>
        <p:spPr/>
        <p:txBody>
          <a:bodyPr/>
          <a:p>
            <a:r>
              <a:rPr lang="en-US"/>
              <a:t>I</a:t>
            </a:r>
            <a:r>
              <a:rPr lang="en-US"/>
              <a:t>n</a:t>
            </a:r>
            <a:r>
              <a:rPr lang="en-US"/>
              <a:t>n</a:t>
            </a:r>
            <a:r>
              <a:rPr lang="en-US"/>
              <a:t>o</a:t>
            </a:r>
            <a:r>
              <a:rPr lang="en-US"/>
              <a:t>vation </a:t>
            </a:r>
            <a:r>
              <a:rPr lang="en-US"/>
              <a:t>s</a:t>
            </a:r>
            <a:r>
              <a:rPr lang="en-US"/>
              <a:t>t</a:t>
            </a:r>
            <a:r>
              <a:rPr lang="en-US"/>
              <a:t>r</a:t>
            </a:r>
            <a:r>
              <a:rPr lang="en-US"/>
              <a:t>a</a:t>
            </a:r>
            <a:r>
              <a:rPr lang="en-US"/>
              <a:t>teg</a:t>
            </a:r>
            <a:r>
              <a:rPr lang="en-US"/>
              <a:t>i</a:t>
            </a:r>
            <a:r>
              <a:rPr lang="en-US"/>
              <a:t>es </a:t>
            </a:r>
            <a:endParaRPr lang="en-US"/>
          </a:p>
        </p:txBody>
      </p:sp>
      <p:sp>
        <p:nvSpPr>
          <p:cNvPr id="1048734" name=""/>
          <p:cNvSpPr>
            <a:spLocks noGrp="1"/>
          </p:cNvSpPr>
          <p:nvPr>
            <p:ph sz="quarter" idx="13"/>
          </p:nvPr>
        </p:nvSpPr>
        <p:spPr/>
        <p:txBody>
          <a:bodyPr>
            <a:normAutofit fontScale="90000" lnSpcReduction="20000"/>
          </a:bodyPr>
          <a:p>
            <a:r>
              <a:rPr lang="en-US"/>
              <a:t>Add a mobile app to send alerts to drivers' phones</a:t>
            </a:r>
            <a:endParaRPr lang="en-US"/>
          </a:p>
          <a:p>
            <a:r>
              <a:rPr lang="en-US"/>
              <a:t>Use fog and weather sensors to detect poor visibility</a:t>
            </a:r>
            <a:endParaRPr lang="en-US"/>
          </a:p>
          <a:p>
            <a:r>
              <a:rPr lang="en-US"/>
              <a:t>Power the system with solar panels for remote areas</a:t>
            </a:r>
            <a:endParaRPr lang="en-US"/>
          </a:p>
          <a:p>
            <a:r>
              <a:rPr lang="en-US"/>
              <a:t> Use camera sensors to detect speeding vehicles (future AI upgrade)</a:t>
            </a:r>
            <a:endParaRPr lang="en-US"/>
          </a:p>
          <a:p>
            <a:r>
              <a:rPr lang="en-US"/>
              <a:t> Add GPS &amp; GSM modules for location-based alerts and emergency SMS</a:t>
            </a:r>
            <a:endParaRPr lang="en-US"/>
          </a:p>
          <a:p>
            <a:r>
              <a:rPr lang="en-US"/>
              <a:t> Store data online for tracking accident-prone spots</a:t>
            </a:r>
            <a:endParaRPr lang="en-US"/>
          </a:p>
          <a:p>
            <a:r>
              <a:rPr lang="en-US"/>
              <a:t> Make waterproof covers to protect sensors from rain and dust</a:t>
            </a:r>
            <a:endParaRPr lang="en-US"/>
          </a:p>
          <a:p>
            <a:r>
              <a:rPr lang="en-US"/>
              <a:t>Use voice warnings to alert drivers clearly (e.g., “Slow Down”)</a:t>
            </a:r>
            <a:endParaRPr lang="en-US"/>
          </a:p>
          <a:p>
            <a:r>
              <a:rPr lang="en-US"/>
              <a:t>Work with government programs to install system in real hilly roads</a:t>
            </a:r>
            <a:r>
              <a:rPr lang="en-US"/>
              <a:t>.</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89" name="Title 1"/>
          <p:cNvSpPr>
            <a:spLocks noGrp="1"/>
          </p:cNvSpPr>
          <p:nvPr>
            <p:ph type="title"/>
          </p:nvPr>
        </p:nvSpPr>
        <p:spPr/>
        <p:txBody>
          <a:bodyPr>
            <a:normAutofit/>
          </a:bodyPr>
          <a:p>
            <a:r>
              <a:rPr dirty="0" sz="4000" lang="en-US">
                <a:latin typeface="Times New Roman" panose="02020603050405020304" pitchFamily="18" charset="0"/>
                <a:cs typeface="Times New Roman" panose="02020603050405020304" pitchFamily="18" charset="0"/>
              </a:rPr>
              <a:t>Real time scenario </a:t>
            </a:r>
          </a:p>
        </p:txBody>
      </p:sp>
      <p:pic>
        <p:nvPicPr>
          <p:cNvPr id="2097156" name="Content Placeholder 3"/>
          <p:cNvPicPr>
            <a:picLocks noChangeAspect="1" noGrp="1"/>
          </p:cNvPicPr>
          <p:nvPr>
            <p:ph sz="quarter" idx="13"/>
          </p:nvPr>
        </p:nvPicPr>
        <p:blipFill>
          <a:blip xmlns:r="http://schemas.openxmlformats.org/officeDocument/2006/relationships" r:embed="rId1"/>
          <a:stretch>
            <a:fillRect/>
          </a:stretch>
        </p:blipFill>
        <p:spPr>
          <a:xfrm>
            <a:off x="326571" y="2433039"/>
            <a:ext cx="3410858" cy="2103307"/>
          </a:xfrm>
        </p:spPr>
      </p:pic>
      <p:pic>
        <p:nvPicPr>
          <p:cNvPr id="2097157" name="Picture 4"/>
          <p:cNvPicPr>
            <a:picLocks noChangeAspect="1"/>
          </p:cNvPicPr>
          <p:nvPr/>
        </p:nvPicPr>
        <p:blipFill>
          <a:blip xmlns:r="http://schemas.openxmlformats.org/officeDocument/2006/relationships" r:embed="rId2"/>
          <a:stretch>
            <a:fillRect/>
          </a:stretch>
        </p:blipFill>
        <p:spPr>
          <a:xfrm>
            <a:off x="3882570" y="2433039"/>
            <a:ext cx="3367102" cy="2103307"/>
          </a:xfrm>
          <a:prstGeom prst="rect"/>
        </p:spPr>
      </p:pic>
      <p:pic>
        <p:nvPicPr>
          <p:cNvPr id="2097158" name="Picture 7"/>
          <p:cNvPicPr>
            <a:picLocks noChangeAspect="1"/>
          </p:cNvPicPr>
          <p:nvPr/>
        </p:nvPicPr>
        <p:blipFill>
          <a:blip xmlns:r="http://schemas.openxmlformats.org/officeDocument/2006/relationships" r:embed="rId3"/>
          <a:stretch>
            <a:fillRect/>
          </a:stretch>
        </p:blipFill>
        <p:spPr>
          <a:xfrm>
            <a:off x="7666059" y="2433038"/>
            <a:ext cx="4199370" cy="2103307"/>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586" name="Title 1"/>
          <p:cNvSpPr>
            <a:spLocks noGrp="1"/>
          </p:cNvSpPr>
          <p:nvPr>
            <p:ph type="title"/>
          </p:nvPr>
        </p:nvSpPr>
        <p:spPr/>
        <p:txBody>
          <a:bodyPr>
            <a:normAutofit/>
          </a:bodyPr>
          <a:p>
            <a:r>
              <a:rPr dirty="0" sz="4400" lang="en-US">
                <a:latin typeface="Algerian" panose="04020705040A02060702" pitchFamily="82" charset="0"/>
              </a:rPr>
              <a:t>Conclusion </a:t>
            </a:r>
          </a:p>
        </p:txBody>
      </p:sp>
      <p:sp>
        <p:nvSpPr>
          <p:cNvPr id="1048587" name="Content Placeholder 8"/>
          <p:cNvSpPr>
            <a:spLocks noGrp="1"/>
          </p:cNvSpPr>
          <p:nvPr>
            <p:ph sz="quarter" idx="13"/>
          </p:nvPr>
        </p:nvSpPr>
        <p:spPr>
          <a:xfrm>
            <a:off x="1366779" y="2348918"/>
            <a:ext cx="6203114" cy="3355073"/>
          </a:xfrm>
        </p:spPr>
        <p:txBody>
          <a:bodyPr>
            <a:normAutofit/>
          </a:bodyPr>
          <a:p>
            <a:pPr indent="0" marL="0">
              <a:buNone/>
            </a:pPr>
            <a:r>
              <a:rPr dirty="0" sz="1600" lang="en-US">
                <a:latin typeface="Candara" panose="020E0502030303020204" pitchFamily="34" charset="0"/>
                <a:cs typeface="Aparajita" panose="02020603050405020304" pitchFamily="18" charset="0"/>
              </a:rPr>
              <a:t>The Road Accident Prevention System for hilly areas is a simple yet powerful innovation that aims to save lives by providing timely alerts at dangerous curves and slopes. By using low-cost components like IR sensors, an LCD display, buzzers, and signal lights, the system helps drivers make safer decisions in risky conditions. Through design thinking, the prototype was tested, improved, and made easy to install, even in remote regions. With further support, it can be upgraded using solar power, mobile alerts, and advanced sensors. This project shows how basic electronics and user understanding can create smart solutions that make roads safer for everyone.</a:t>
            </a:r>
            <a:endParaRPr dirty="0" sz="1600" lang="en-US">
              <a:latin typeface="Candara" panose="020E0502030303020204" pitchFamily="34" charset="0"/>
              <a:cs typeface="Aparajita" panose="02020603050405020304" pitchFamily="18" charset="0"/>
            </a:endParaRPr>
          </a:p>
          <a:p>
            <a:pPr indent="0" marL="0">
              <a:buNone/>
            </a:pPr>
            <a:endParaRPr dirty="0" sz="1600" lang="en-US">
              <a:latin typeface="Candara" panose="020E0502030303020204" pitchFamily="34" charset="0"/>
              <a:cs typeface="Aparajita" panose="02020603050405020304" pitchFamily="18" charset="0"/>
            </a:endParaRPr>
          </a:p>
        </p:txBody>
      </p:sp>
      <p:pic>
        <p:nvPicPr>
          <p:cNvPr id="2097154" name=""/>
          <p:cNvPicPr>
            <a:picLocks/>
          </p:cNvPicPr>
          <p:nvPr/>
        </p:nvPicPr>
        <p:blipFill>
          <a:blip xmlns:r="http://schemas.openxmlformats.org/officeDocument/2006/relationships" r:embed="rId1"/>
          <a:stretch>
            <a:fillRect/>
          </a:stretch>
        </p:blipFill>
        <p:spPr>
          <a:xfrm rot="0">
            <a:off x="7848391" y="2348918"/>
            <a:ext cx="5184065" cy="2916775"/>
          </a:xfrm>
          <a:prstGeom prst="rec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88" name="Title 1"/>
          <p:cNvSpPr>
            <a:spLocks noGrp="1"/>
          </p:cNvSpPr>
          <p:nvPr>
            <p:ph type="title"/>
          </p:nvPr>
        </p:nvSpPr>
        <p:spPr/>
        <p:txBody>
          <a:bodyPr/>
          <a:p>
            <a:endParaRPr dirty="0" lang="en-US"/>
          </a:p>
        </p:txBody>
      </p:sp>
      <p:pic>
        <p:nvPicPr>
          <p:cNvPr id="2097155" name="Content Placeholder 3"/>
          <p:cNvPicPr>
            <a:picLocks noChangeAspect="1" noGrp="1"/>
          </p:cNvPicPr>
          <p:nvPr>
            <p:ph sz="quarter" idx="13"/>
          </p:nvPr>
        </p:nvPicPr>
        <p:blipFill>
          <a:blip xmlns:r="http://schemas.openxmlformats.org/officeDocument/2006/relationships" r:embed="rId1"/>
          <a:stretch>
            <a:fillRect/>
          </a:stretch>
        </p:blipFill>
        <p:spPr>
          <a:xfrm>
            <a:off x="913774" y="618517"/>
            <a:ext cx="10364452" cy="5465820"/>
          </a:xfrm>
        </p:spPr>
      </p:pic>
    </p:spTree>
  </p:cSld>
  <p:clrMapOvr>
    <a:masterClrMapping/>
  </p:clrMapOvr>
</p:sld>
</file>

<file path=ppt/theme/theme1.xml><?xml version="1.0" encoding="utf-8"?>
<a:theme xmlns:a="http://schemas.openxmlformats.org/drawingml/2006/main" name="Droplet">
  <a:themeElements>
    <a:clrScheme name="Droplet">
      <a:dk1>
        <a:sysClr lastClr="000000" val="windowText"/>
      </a:dk1>
      <a:lt1>
        <a:sysClr lastClr="FFFFFF" val="window"/>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r="5400000" dist="25400" rotWithShape="0">
              <a:srgbClr val="000000">
                <a:alpha val="28000"/>
              </a:srgbClr>
            </a:outerShdw>
          </a:effectLst>
        </a:effectStyle>
        <a:effectStyle>
          <a:effectLst>
            <a:outerShdw algn="ctr" blurRad="63500" dir="5400000" dist="25400" rotWithShape="0">
              <a:srgbClr val="000000">
                <a:alpha val="69000"/>
              </a:srgbClr>
            </a:outerShdw>
          </a:effectLst>
          <a:scene3d>
            <a:camera prst="orthographicFront">
              <a:rot lat="0" lon="0" rev="0"/>
            </a:camera>
            <a:lightRig dir="t" rig="balanced">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chellurihemalatha14@gmail.com</dc:creator>
  <cp:lastModifiedBy>gorleharitha24@gmail.com</cp:lastModifiedBy>
  <dcterms:created xsi:type="dcterms:W3CDTF">2025-04-22T07:00:35Z</dcterms:created>
  <dcterms:modified xsi:type="dcterms:W3CDTF">2025-07-12T17:40:18Z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a38acac9bc014befa727a787116e9899</vt:lpwstr>
  </property>
</Properties>
</file>